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4"/>
  </p:sldMasterIdLst>
  <p:sldIdLst>
    <p:sldId id="2147482898" r:id="rId5"/>
    <p:sldId id="2147482892" r:id="rId6"/>
    <p:sldId id="2147482893" r:id="rId7"/>
    <p:sldId id="2147482895" r:id="rId8"/>
    <p:sldId id="2147482896" r:id="rId9"/>
    <p:sldId id="21474828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55F1E-5302-4263-A6DB-0B882F447A43}" type="doc">
      <dgm:prSet loTypeId="urn:microsoft.com/office/officeart/2008/layout/PictureStrips" loCatId="list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DF3D7896-07B3-4A25-9657-B76F88AD7CC1}">
      <dgm:prSet phldrT="[Text]"/>
      <dgm:spPr/>
      <dgm:t>
        <a:bodyPr/>
        <a:lstStyle/>
        <a:p>
          <a:r>
            <a:rPr lang="en-GB" noProof="0" dirty="0"/>
            <a:t>Identify &amp; review small change proposals</a:t>
          </a:r>
        </a:p>
      </dgm:t>
    </dgm:pt>
    <dgm:pt modelId="{A00A7C16-23DB-4098-ADE7-2B6070CE08B8}" type="parTrans" cxnId="{19271A20-F16B-4DAB-AADB-B45D11D2C898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ECE55562-7AE8-49AE-BC66-B047A9A23633}" type="sibTrans" cxnId="{19271A20-F16B-4DAB-AADB-B45D11D2C898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9D62810-124B-4E02-9987-415FC07D8337}">
      <dgm:prSet phldrT="[Text]"/>
      <dgm:spPr/>
      <dgm:t>
        <a:bodyPr/>
        <a:lstStyle/>
        <a:p>
          <a:r>
            <a:rPr lang="en-GB" noProof="0"/>
            <a:t>Ensure testing of small change enhancements within agreed timeframe</a:t>
          </a:r>
          <a:endParaRPr lang="en-GB" noProof="0" dirty="0"/>
        </a:p>
      </dgm:t>
    </dgm:pt>
    <dgm:pt modelId="{92AC25BA-5FD6-47D1-A7EE-19102372BFFA}" type="parTrans" cxnId="{370C6063-8EAE-4BC5-87D6-E4BF846334A8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97C88BA6-C7BB-4250-9B24-8D9452288FA5}" type="sibTrans" cxnId="{370C6063-8EAE-4BC5-87D6-E4BF846334A8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309B6B72-BF8C-449C-AAF0-0FE1760EAF42}">
      <dgm:prSet phldrT="[Text]"/>
      <dgm:spPr/>
      <dgm:t>
        <a:bodyPr/>
        <a:lstStyle/>
        <a:p>
          <a:r>
            <a:rPr lang="en-GB" noProof="0"/>
            <a:t>Prioritise approved small change</a:t>
          </a:r>
          <a:endParaRPr lang="en-GB" noProof="0" dirty="0"/>
        </a:p>
      </dgm:t>
    </dgm:pt>
    <dgm:pt modelId="{FF3665AE-FD32-4BD6-AA8B-BA5D1AE0E2FD}" type="parTrans" cxnId="{30D7766A-FB2E-4F9D-88CD-E59FABF5B241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9836C880-5FFE-4312-8945-2E78E87398FC}" type="sibTrans" cxnId="{30D7766A-FB2E-4F9D-88CD-E59FABF5B241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4F1C965C-26A8-4667-A852-6A8912CDCB0D}">
      <dgm:prSet phldrT="[Text]"/>
      <dgm:spPr/>
      <dgm:t>
        <a:bodyPr/>
        <a:lstStyle/>
        <a:p>
          <a:r>
            <a:rPr lang="en-GB" noProof="0"/>
            <a:t>Approve small change proposals </a:t>
          </a:r>
        </a:p>
        <a:p>
          <a:endParaRPr lang="en-GB" noProof="0" dirty="0"/>
        </a:p>
      </dgm:t>
    </dgm:pt>
    <dgm:pt modelId="{0C8BE5CC-17DD-4EF9-960E-7B211EC7095D}" type="parTrans" cxnId="{88B4ECD8-282E-4EB8-84FC-2DBBBDA237AA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87B74D0D-773D-4E49-8A8A-641D4337BE0D}" type="sibTrans" cxnId="{88B4ECD8-282E-4EB8-84FC-2DBBBDA237AA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664144A-199E-4105-A94E-5B74E111D596}">
      <dgm:prSet phldrT="[Text]"/>
      <dgm:spPr/>
      <dgm:t>
        <a:bodyPr/>
        <a:lstStyle/>
        <a:p>
          <a:r>
            <a:rPr lang="en-GB" noProof="0"/>
            <a:t>Highlight &amp; seek updates on production challenges with applications &amp; seek inputs on </a:t>
          </a:r>
          <a:endParaRPr lang="en-GB" noProof="0" dirty="0"/>
        </a:p>
      </dgm:t>
    </dgm:pt>
    <dgm:pt modelId="{BF69E529-A18F-493B-AC85-909BC909B960}" type="parTrans" cxnId="{A7E55B20-10DD-4EF8-B52A-75ECFD1F96FF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8BDF97C8-7B72-491E-ABF3-56F76C951F3E}" type="sibTrans" cxnId="{A7E55B20-10DD-4EF8-B52A-75ECFD1F96FF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3134D70C-20BC-4B04-BBDA-09F7DD65AC23}">
      <dgm:prSet phldrT="[Text]"/>
      <dgm:spPr/>
      <dgm:t>
        <a:bodyPr/>
        <a:lstStyle/>
        <a:p>
          <a:r>
            <a:rPr lang="en-GB" noProof="0"/>
            <a:t>Receive small change proposals from, &amp; share Functional Team updates with, wider Functional area</a:t>
          </a:r>
          <a:endParaRPr lang="en-GB" noProof="0" dirty="0"/>
        </a:p>
      </dgm:t>
    </dgm:pt>
    <dgm:pt modelId="{9B65B6A4-28FB-449E-9E10-BC3C83913806}" type="parTrans" cxnId="{E586547D-C262-4224-82FA-1186EF6560CE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207EB162-ECC3-451D-9B68-FF4B0882288B}" type="sibTrans" cxnId="{E586547D-C262-4224-82FA-1186EF6560CE}">
      <dgm:prSet/>
      <dgm:spPr/>
      <dgm:t>
        <a:bodyPr/>
        <a:lstStyle/>
        <a:p>
          <a:endParaRPr lang="en-GB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F219E2D0-D832-43C5-92B8-9227F26D3D65}" type="pres">
      <dgm:prSet presAssocID="{BAB55F1E-5302-4263-A6DB-0B882F447A43}" presName="Name0" presStyleCnt="0">
        <dgm:presLayoutVars>
          <dgm:dir/>
          <dgm:resizeHandles val="exact"/>
        </dgm:presLayoutVars>
      </dgm:prSet>
      <dgm:spPr/>
    </dgm:pt>
    <dgm:pt modelId="{50E51431-ECFB-432D-BA46-333F1CBAC179}" type="pres">
      <dgm:prSet presAssocID="{DF3D7896-07B3-4A25-9657-B76F88AD7CC1}" presName="composite" presStyleCnt="0"/>
      <dgm:spPr/>
    </dgm:pt>
    <dgm:pt modelId="{8925D2D6-AD30-446E-82FA-A63F5BA060EE}" type="pres">
      <dgm:prSet presAssocID="{DF3D7896-07B3-4A25-9657-B76F88AD7CC1}" presName="rect1" presStyleLbl="trAlignAcc1" presStyleIdx="0" presStyleCnt="6">
        <dgm:presLayoutVars>
          <dgm:bulletEnabled val="1"/>
        </dgm:presLayoutVars>
      </dgm:prSet>
      <dgm:spPr/>
    </dgm:pt>
    <dgm:pt modelId="{15F240B7-75B0-40FF-B732-7F6CFA31F704}" type="pres">
      <dgm:prSet presAssocID="{DF3D7896-07B3-4A25-9657-B76F88AD7CC1}" presName="rect2" presStyleLbl="fgImgPlace1" presStyleIdx="0" presStyleCnt="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Lights On with solid fill"/>
        </a:ext>
      </dgm:extLst>
    </dgm:pt>
    <dgm:pt modelId="{9A916F11-0FE6-4867-A9E5-11BC9EE9B38E}" type="pres">
      <dgm:prSet presAssocID="{ECE55562-7AE8-49AE-BC66-B047A9A23633}" presName="sibTrans" presStyleCnt="0"/>
      <dgm:spPr/>
    </dgm:pt>
    <dgm:pt modelId="{0B24C7D3-5424-452E-AE15-C79ABDAF5ECA}" type="pres">
      <dgm:prSet presAssocID="{69D62810-124B-4E02-9987-415FC07D8337}" presName="composite" presStyleCnt="0"/>
      <dgm:spPr/>
    </dgm:pt>
    <dgm:pt modelId="{A8D1E893-A693-4CAB-B2C2-8085F82A8F61}" type="pres">
      <dgm:prSet presAssocID="{69D62810-124B-4E02-9987-415FC07D8337}" presName="rect1" presStyleLbl="trAlignAcc1" presStyleIdx="1" presStyleCnt="6">
        <dgm:presLayoutVars>
          <dgm:bulletEnabled val="1"/>
        </dgm:presLayoutVars>
      </dgm:prSet>
      <dgm:spPr/>
    </dgm:pt>
    <dgm:pt modelId="{2BCCA118-EAAA-41C0-8C12-12A713DE04D2}" type="pres">
      <dgm:prSet presAssocID="{69D62810-124B-4E02-9987-415FC07D8337}" presName="rect2" presStyleLbl="fgImgPlac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cientist female with solid fill"/>
        </a:ext>
      </dgm:extLst>
    </dgm:pt>
    <dgm:pt modelId="{69348D9B-4B46-4F15-9D82-13E7A3D8BCE1}" type="pres">
      <dgm:prSet presAssocID="{97C88BA6-C7BB-4250-9B24-8D9452288FA5}" presName="sibTrans" presStyleCnt="0"/>
      <dgm:spPr/>
    </dgm:pt>
    <dgm:pt modelId="{ABFED402-15C2-44EB-A774-04262DFE7B37}" type="pres">
      <dgm:prSet presAssocID="{309B6B72-BF8C-449C-AAF0-0FE1760EAF42}" presName="composite" presStyleCnt="0"/>
      <dgm:spPr/>
    </dgm:pt>
    <dgm:pt modelId="{E4B50D4E-84D7-4E5A-BBEF-52AD67C5DA95}" type="pres">
      <dgm:prSet presAssocID="{309B6B72-BF8C-449C-AAF0-0FE1760EAF42}" presName="rect1" presStyleLbl="trAlignAcc1" presStyleIdx="2" presStyleCnt="6" custLinFactNeighborX="-281" custLinFactNeighborY="2130">
        <dgm:presLayoutVars>
          <dgm:bulletEnabled val="1"/>
        </dgm:presLayoutVars>
      </dgm:prSet>
      <dgm:spPr/>
    </dgm:pt>
    <dgm:pt modelId="{E90A280B-CA3C-41F6-9426-1F6D5297BCB6}" type="pres">
      <dgm:prSet presAssocID="{309B6B72-BF8C-449C-AAF0-0FE1760EAF42}" presName="rect2" presStyleLbl="fgImgPlac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Priorities with solid fill"/>
        </a:ext>
      </dgm:extLst>
    </dgm:pt>
    <dgm:pt modelId="{DDCF0722-F30C-4B7C-9275-2DE391E8339C}" type="pres">
      <dgm:prSet presAssocID="{9836C880-5FFE-4312-8945-2E78E87398FC}" presName="sibTrans" presStyleCnt="0"/>
      <dgm:spPr/>
    </dgm:pt>
    <dgm:pt modelId="{79F82A1D-968B-43DA-AC57-BAC450D1D8BF}" type="pres">
      <dgm:prSet presAssocID="{6664144A-199E-4105-A94E-5B74E111D596}" presName="composite" presStyleCnt="0"/>
      <dgm:spPr/>
    </dgm:pt>
    <dgm:pt modelId="{35547F12-826F-46B8-B92F-8BA2642AE197}" type="pres">
      <dgm:prSet presAssocID="{6664144A-199E-4105-A94E-5B74E111D596}" presName="rect1" presStyleLbl="trAlignAcc1" presStyleIdx="3" presStyleCnt="6">
        <dgm:presLayoutVars>
          <dgm:bulletEnabled val="1"/>
        </dgm:presLayoutVars>
      </dgm:prSet>
      <dgm:spPr/>
    </dgm:pt>
    <dgm:pt modelId="{F4698BDB-B386-4578-B875-AEF664461C83}" type="pres">
      <dgm:prSet presAssocID="{6664144A-199E-4105-A94E-5B74E111D596}" presName="rect2" presStyleLbl="fgImgPlac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Wrench with solid fill"/>
        </a:ext>
      </dgm:extLst>
    </dgm:pt>
    <dgm:pt modelId="{0F9111EF-07B5-4E14-984B-310EB4AD5A7B}" type="pres">
      <dgm:prSet presAssocID="{8BDF97C8-7B72-491E-ABF3-56F76C951F3E}" presName="sibTrans" presStyleCnt="0"/>
      <dgm:spPr/>
    </dgm:pt>
    <dgm:pt modelId="{68F52C8E-4FC7-4CBA-ADAB-6CD5EF9C65AC}" type="pres">
      <dgm:prSet presAssocID="{4F1C965C-26A8-4667-A852-6A8912CDCB0D}" presName="composite" presStyleCnt="0"/>
      <dgm:spPr/>
    </dgm:pt>
    <dgm:pt modelId="{07E3C01E-D74E-4143-B035-48757498D740}" type="pres">
      <dgm:prSet presAssocID="{4F1C965C-26A8-4667-A852-6A8912CDCB0D}" presName="rect1" presStyleLbl="trAlignAcc1" presStyleIdx="4" presStyleCnt="6">
        <dgm:presLayoutVars>
          <dgm:bulletEnabled val="1"/>
        </dgm:presLayoutVars>
      </dgm:prSet>
      <dgm:spPr/>
    </dgm:pt>
    <dgm:pt modelId="{FF242A5D-5161-48DC-A168-C02DF006EEE6}" type="pres">
      <dgm:prSet presAssocID="{4F1C965C-26A8-4667-A852-6A8912CDCB0D}" presName="rect2" presStyleLbl="fgImgPlac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lapping hands with solid fill"/>
        </a:ext>
      </dgm:extLst>
    </dgm:pt>
    <dgm:pt modelId="{5D94CA35-5550-41A2-B350-F01467B9D5B6}" type="pres">
      <dgm:prSet presAssocID="{87B74D0D-773D-4E49-8A8A-641D4337BE0D}" presName="sibTrans" presStyleCnt="0"/>
      <dgm:spPr/>
    </dgm:pt>
    <dgm:pt modelId="{F6EC3D23-2EE5-466F-91AF-E1860966986B}" type="pres">
      <dgm:prSet presAssocID="{3134D70C-20BC-4B04-BBDA-09F7DD65AC23}" presName="composite" presStyleCnt="0"/>
      <dgm:spPr/>
    </dgm:pt>
    <dgm:pt modelId="{8AD98664-097A-4504-9D85-644ED032988E}" type="pres">
      <dgm:prSet presAssocID="{3134D70C-20BC-4B04-BBDA-09F7DD65AC23}" presName="rect1" presStyleLbl="trAlignAcc1" presStyleIdx="5" presStyleCnt="6">
        <dgm:presLayoutVars>
          <dgm:bulletEnabled val="1"/>
        </dgm:presLayoutVars>
      </dgm:prSet>
      <dgm:spPr/>
    </dgm:pt>
    <dgm:pt modelId="{A37F7609-5DDD-4D9D-90ED-299525702524}" type="pres">
      <dgm:prSet presAssocID="{3134D70C-20BC-4B04-BBDA-09F7DD65AC23}" presName="rect2" presStyleLbl="fgImgPlac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Marketing with solid fill"/>
        </a:ext>
      </dgm:extLst>
    </dgm:pt>
  </dgm:ptLst>
  <dgm:cxnLst>
    <dgm:cxn modelId="{BF925319-693B-41BB-8A5C-A23996AA2E49}" type="presOf" srcId="{4F1C965C-26A8-4667-A852-6A8912CDCB0D}" destId="{07E3C01E-D74E-4143-B035-48757498D740}" srcOrd="0" destOrd="0" presId="urn:microsoft.com/office/officeart/2008/layout/PictureStrips"/>
    <dgm:cxn modelId="{DDC6A01D-402A-401B-88B7-8389171A7C7D}" type="presOf" srcId="{BAB55F1E-5302-4263-A6DB-0B882F447A43}" destId="{F219E2D0-D832-43C5-92B8-9227F26D3D65}" srcOrd="0" destOrd="0" presId="urn:microsoft.com/office/officeart/2008/layout/PictureStrips"/>
    <dgm:cxn modelId="{19271A20-F16B-4DAB-AADB-B45D11D2C898}" srcId="{BAB55F1E-5302-4263-A6DB-0B882F447A43}" destId="{DF3D7896-07B3-4A25-9657-B76F88AD7CC1}" srcOrd="0" destOrd="0" parTransId="{A00A7C16-23DB-4098-ADE7-2B6070CE08B8}" sibTransId="{ECE55562-7AE8-49AE-BC66-B047A9A23633}"/>
    <dgm:cxn modelId="{A7E55B20-10DD-4EF8-B52A-75ECFD1F96FF}" srcId="{BAB55F1E-5302-4263-A6DB-0B882F447A43}" destId="{6664144A-199E-4105-A94E-5B74E111D596}" srcOrd="3" destOrd="0" parTransId="{BF69E529-A18F-493B-AC85-909BC909B960}" sibTransId="{8BDF97C8-7B72-491E-ABF3-56F76C951F3E}"/>
    <dgm:cxn modelId="{370C6063-8EAE-4BC5-87D6-E4BF846334A8}" srcId="{BAB55F1E-5302-4263-A6DB-0B882F447A43}" destId="{69D62810-124B-4E02-9987-415FC07D8337}" srcOrd="1" destOrd="0" parTransId="{92AC25BA-5FD6-47D1-A7EE-19102372BFFA}" sibTransId="{97C88BA6-C7BB-4250-9B24-8D9452288FA5}"/>
    <dgm:cxn modelId="{0F49A567-D0E6-4B9B-9328-6A3C44DAF989}" type="presOf" srcId="{309B6B72-BF8C-449C-AAF0-0FE1760EAF42}" destId="{E4B50D4E-84D7-4E5A-BBEF-52AD67C5DA95}" srcOrd="0" destOrd="0" presId="urn:microsoft.com/office/officeart/2008/layout/PictureStrips"/>
    <dgm:cxn modelId="{30D7766A-FB2E-4F9D-88CD-E59FABF5B241}" srcId="{BAB55F1E-5302-4263-A6DB-0B882F447A43}" destId="{309B6B72-BF8C-449C-AAF0-0FE1760EAF42}" srcOrd="2" destOrd="0" parTransId="{FF3665AE-FD32-4BD6-AA8B-BA5D1AE0E2FD}" sibTransId="{9836C880-5FFE-4312-8945-2E78E87398FC}"/>
    <dgm:cxn modelId="{E3507856-450D-41ED-9286-EFAC3CE52C8B}" type="presOf" srcId="{69D62810-124B-4E02-9987-415FC07D8337}" destId="{A8D1E893-A693-4CAB-B2C2-8085F82A8F61}" srcOrd="0" destOrd="0" presId="urn:microsoft.com/office/officeart/2008/layout/PictureStrips"/>
    <dgm:cxn modelId="{E586547D-C262-4224-82FA-1186EF6560CE}" srcId="{BAB55F1E-5302-4263-A6DB-0B882F447A43}" destId="{3134D70C-20BC-4B04-BBDA-09F7DD65AC23}" srcOrd="5" destOrd="0" parTransId="{9B65B6A4-28FB-449E-9E10-BC3C83913806}" sibTransId="{207EB162-ECC3-451D-9B68-FF4B0882288B}"/>
    <dgm:cxn modelId="{451DB0B8-67E0-4725-B825-396E2A0D1AD9}" type="presOf" srcId="{6664144A-199E-4105-A94E-5B74E111D596}" destId="{35547F12-826F-46B8-B92F-8BA2642AE197}" srcOrd="0" destOrd="0" presId="urn:microsoft.com/office/officeart/2008/layout/PictureStrips"/>
    <dgm:cxn modelId="{476316C4-E0A9-4DCD-906B-444337AA708B}" type="presOf" srcId="{DF3D7896-07B3-4A25-9657-B76F88AD7CC1}" destId="{8925D2D6-AD30-446E-82FA-A63F5BA060EE}" srcOrd="0" destOrd="0" presId="urn:microsoft.com/office/officeart/2008/layout/PictureStrips"/>
    <dgm:cxn modelId="{AAAAFFC7-E632-4315-BC31-2794635BFB3E}" type="presOf" srcId="{3134D70C-20BC-4B04-BBDA-09F7DD65AC23}" destId="{8AD98664-097A-4504-9D85-644ED032988E}" srcOrd="0" destOrd="0" presId="urn:microsoft.com/office/officeart/2008/layout/PictureStrips"/>
    <dgm:cxn modelId="{88B4ECD8-282E-4EB8-84FC-2DBBBDA237AA}" srcId="{BAB55F1E-5302-4263-A6DB-0B882F447A43}" destId="{4F1C965C-26A8-4667-A852-6A8912CDCB0D}" srcOrd="4" destOrd="0" parTransId="{0C8BE5CC-17DD-4EF9-960E-7B211EC7095D}" sibTransId="{87B74D0D-773D-4E49-8A8A-641D4337BE0D}"/>
    <dgm:cxn modelId="{F88393FD-B918-4D4F-974D-64ED76D6E33E}" type="presParOf" srcId="{F219E2D0-D832-43C5-92B8-9227F26D3D65}" destId="{50E51431-ECFB-432D-BA46-333F1CBAC179}" srcOrd="0" destOrd="0" presId="urn:microsoft.com/office/officeart/2008/layout/PictureStrips"/>
    <dgm:cxn modelId="{C17C8CEB-E653-431A-9BD2-264B2B54E953}" type="presParOf" srcId="{50E51431-ECFB-432D-BA46-333F1CBAC179}" destId="{8925D2D6-AD30-446E-82FA-A63F5BA060EE}" srcOrd="0" destOrd="0" presId="urn:microsoft.com/office/officeart/2008/layout/PictureStrips"/>
    <dgm:cxn modelId="{1C17ED0C-2DA8-417D-99F6-69846B70B7C4}" type="presParOf" srcId="{50E51431-ECFB-432D-BA46-333F1CBAC179}" destId="{15F240B7-75B0-40FF-B732-7F6CFA31F704}" srcOrd="1" destOrd="0" presId="urn:microsoft.com/office/officeart/2008/layout/PictureStrips"/>
    <dgm:cxn modelId="{34B7BD46-D12E-4A30-AE86-F5EAA7045998}" type="presParOf" srcId="{F219E2D0-D832-43C5-92B8-9227F26D3D65}" destId="{9A916F11-0FE6-4867-A9E5-11BC9EE9B38E}" srcOrd="1" destOrd="0" presId="urn:microsoft.com/office/officeart/2008/layout/PictureStrips"/>
    <dgm:cxn modelId="{B7C38A8B-2ADA-4EC1-A2DE-1E69269C0AF7}" type="presParOf" srcId="{F219E2D0-D832-43C5-92B8-9227F26D3D65}" destId="{0B24C7D3-5424-452E-AE15-C79ABDAF5ECA}" srcOrd="2" destOrd="0" presId="urn:microsoft.com/office/officeart/2008/layout/PictureStrips"/>
    <dgm:cxn modelId="{F550306E-FD15-454B-A6A1-92B911D78BE1}" type="presParOf" srcId="{0B24C7D3-5424-452E-AE15-C79ABDAF5ECA}" destId="{A8D1E893-A693-4CAB-B2C2-8085F82A8F61}" srcOrd="0" destOrd="0" presId="urn:microsoft.com/office/officeart/2008/layout/PictureStrips"/>
    <dgm:cxn modelId="{5BB7E7D8-A772-4AF6-BC96-A45357E3C6C0}" type="presParOf" srcId="{0B24C7D3-5424-452E-AE15-C79ABDAF5ECA}" destId="{2BCCA118-EAAA-41C0-8C12-12A713DE04D2}" srcOrd="1" destOrd="0" presId="urn:microsoft.com/office/officeart/2008/layout/PictureStrips"/>
    <dgm:cxn modelId="{69BE69FC-2035-450A-86BD-000C345E339B}" type="presParOf" srcId="{F219E2D0-D832-43C5-92B8-9227F26D3D65}" destId="{69348D9B-4B46-4F15-9D82-13E7A3D8BCE1}" srcOrd="3" destOrd="0" presId="urn:microsoft.com/office/officeart/2008/layout/PictureStrips"/>
    <dgm:cxn modelId="{CB695F9C-A4D3-434C-8611-8B7981C50685}" type="presParOf" srcId="{F219E2D0-D832-43C5-92B8-9227F26D3D65}" destId="{ABFED402-15C2-44EB-A774-04262DFE7B37}" srcOrd="4" destOrd="0" presId="urn:microsoft.com/office/officeart/2008/layout/PictureStrips"/>
    <dgm:cxn modelId="{C8DDE5E0-6A04-42C1-9C5A-243CBA59F832}" type="presParOf" srcId="{ABFED402-15C2-44EB-A774-04262DFE7B37}" destId="{E4B50D4E-84D7-4E5A-BBEF-52AD67C5DA95}" srcOrd="0" destOrd="0" presId="urn:microsoft.com/office/officeart/2008/layout/PictureStrips"/>
    <dgm:cxn modelId="{BD52146F-9C10-4AA2-894B-A331623F29B2}" type="presParOf" srcId="{ABFED402-15C2-44EB-A774-04262DFE7B37}" destId="{E90A280B-CA3C-41F6-9426-1F6D5297BCB6}" srcOrd="1" destOrd="0" presId="urn:microsoft.com/office/officeart/2008/layout/PictureStrips"/>
    <dgm:cxn modelId="{74AF21C0-C1B7-4E13-9D8A-78D2501B4CD8}" type="presParOf" srcId="{F219E2D0-D832-43C5-92B8-9227F26D3D65}" destId="{DDCF0722-F30C-4B7C-9275-2DE391E8339C}" srcOrd="5" destOrd="0" presId="urn:microsoft.com/office/officeart/2008/layout/PictureStrips"/>
    <dgm:cxn modelId="{E3163400-4E7B-46CF-BC14-47BF06CE4A99}" type="presParOf" srcId="{F219E2D0-D832-43C5-92B8-9227F26D3D65}" destId="{79F82A1D-968B-43DA-AC57-BAC450D1D8BF}" srcOrd="6" destOrd="0" presId="urn:microsoft.com/office/officeart/2008/layout/PictureStrips"/>
    <dgm:cxn modelId="{C1CE6B9D-9C89-4494-971B-67582D25FBC8}" type="presParOf" srcId="{79F82A1D-968B-43DA-AC57-BAC450D1D8BF}" destId="{35547F12-826F-46B8-B92F-8BA2642AE197}" srcOrd="0" destOrd="0" presId="urn:microsoft.com/office/officeart/2008/layout/PictureStrips"/>
    <dgm:cxn modelId="{AAFC42B0-F74F-4AEF-B4ED-B33EEB42F2B0}" type="presParOf" srcId="{79F82A1D-968B-43DA-AC57-BAC450D1D8BF}" destId="{F4698BDB-B386-4578-B875-AEF664461C83}" srcOrd="1" destOrd="0" presId="urn:microsoft.com/office/officeart/2008/layout/PictureStrips"/>
    <dgm:cxn modelId="{EAC854CA-0120-4003-AC1F-8DD3EAE0A700}" type="presParOf" srcId="{F219E2D0-D832-43C5-92B8-9227F26D3D65}" destId="{0F9111EF-07B5-4E14-984B-310EB4AD5A7B}" srcOrd="7" destOrd="0" presId="urn:microsoft.com/office/officeart/2008/layout/PictureStrips"/>
    <dgm:cxn modelId="{F763B9C3-F57C-4A45-95E9-2E1EDC48BF9D}" type="presParOf" srcId="{F219E2D0-D832-43C5-92B8-9227F26D3D65}" destId="{68F52C8E-4FC7-4CBA-ADAB-6CD5EF9C65AC}" srcOrd="8" destOrd="0" presId="urn:microsoft.com/office/officeart/2008/layout/PictureStrips"/>
    <dgm:cxn modelId="{1B5E0BA1-2DDB-44C0-A8E2-EB254F328CB9}" type="presParOf" srcId="{68F52C8E-4FC7-4CBA-ADAB-6CD5EF9C65AC}" destId="{07E3C01E-D74E-4143-B035-48757498D740}" srcOrd="0" destOrd="0" presId="urn:microsoft.com/office/officeart/2008/layout/PictureStrips"/>
    <dgm:cxn modelId="{034A8049-4C8A-4960-B52A-31CD856B73ED}" type="presParOf" srcId="{68F52C8E-4FC7-4CBA-ADAB-6CD5EF9C65AC}" destId="{FF242A5D-5161-48DC-A168-C02DF006EEE6}" srcOrd="1" destOrd="0" presId="urn:microsoft.com/office/officeart/2008/layout/PictureStrips"/>
    <dgm:cxn modelId="{DC897D03-1C90-4DB4-A486-2A5FFE35F376}" type="presParOf" srcId="{F219E2D0-D832-43C5-92B8-9227F26D3D65}" destId="{5D94CA35-5550-41A2-B350-F01467B9D5B6}" srcOrd="9" destOrd="0" presId="urn:microsoft.com/office/officeart/2008/layout/PictureStrips"/>
    <dgm:cxn modelId="{A673CC8D-8340-4097-9573-BFB2B2E9818F}" type="presParOf" srcId="{F219E2D0-D832-43C5-92B8-9227F26D3D65}" destId="{F6EC3D23-2EE5-466F-91AF-E1860966986B}" srcOrd="10" destOrd="0" presId="urn:microsoft.com/office/officeart/2008/layout/PictureStrips"/>
    <dgm:cxn modelId="{401ED330-87AD-4F3B-BA22-6F7BF6F2C7B3}" type="presParOf" srcId="{F6EC3D23-2EE5-466F-91AF-E1860966986B}" destId="{8AD98664-097A-4504-9D85-644ED032988E}" srcOrd="0" destOrd="0" presId="urn:microsoft.com/office/officeart/2008/layout/PictureStrips"/>
    <dgm:cxn modelId="{0A8D0DD6-4112-4D23-A14E-8C8D3627C961}" type="presParOf" srcId="{F6EC3D23-2EE5-466F-91AF-E1860966986B}" destId="{A37F7609-5DDD-4D9D-90ED-299525702524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B0AE87-C923-4E2B-BF7A-C6B291B4567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EA5699-F37D-466C-8C45-198A1621A263}">
      <dgm:prSet custT="1"/>
      <dgm:spPr/>
      <dgm:t>
        <a:bodyPr/>
        <a:lstStyle/>
        <a:p>
          <a:r>
            <a:rPr lang="en-GB" sz="1200" dirty="0"/>
            <a:t>Monthly Agenda</a:t>
          </a:r>
          <a:endParaRPr lang="en-US" sz="1200" dirty="0"/>
        </a:p>
      </dgm:t>
    </dgm:pt>
    <dgm:pt modelId="{80B78702-B5A8-4A60-AE6F-E3AF47B0DB9B}" type="parTrans" cxnId="{98D26BA4-77BD-4F89-A92A-0B0D0433C60C}">
      <dgm:prSet/>
      <dgm:spPr/>
      <dgm:t>
        <a:bodyPr/>
        <a:lstStyle/>
        <a:p>
          <a:endParaRPr lang="en-US"/>
        </a:p>
      </dgm:t>
    </dgm:pt>
    <dgm:pt modelId="{EFCB9CFC-3828-4699-B277-D96882DFB24E}" type="sibTrans" cxnId="{98D26BA4-77BD-4F89-A92A-0B0D0433C60C}">
      <dgm:prSet/>
      <dgm:spPr/>
      <dgm:t>
        <a:bodyPr/>
        <a:lstStyle/>
        <a:p>
          <a:endParaRPr lang="en-US"/>
        </a:p>
      </dgm:t>
    </dgm:pt>
    <dgm:pt modelId="{69C187E7-FB65-434B-AFF2-F692496C08F5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Actions from prior meeting</a:t>
          </a:r>
          <a:endParaRPr lang="en-US" sz="1400" dirty="0"/>
        </a:p>
      </dgm:t>
    </dgm:pt>
    <dgm:pt modelId="{98EDBB45-7116-4D66-9D00-B25221E19950}" type="parTrans" cxnId="{D04C9835-8FDB-4229-B117-EE42AF787B1A}">
      <dgm:prSet/>
      <dgm:spPr/>
      <dgm:t>
        <a:bodyPr/>
        <a:lstStyle/>
        <a:p>
          <a:endParaRPr lang="en-US"/>
        </a:p>
      </dgm:t>
    </dgm:pt>
    <dgm:pt modelId="{8CFF86ED-0019-40D9-ADD5-3AB290F88F4C}" type="sibTrans" cxnId="{D04C9835-8FDB-4229-B117-EE42AF787B1A}">
      <dgm:prSet/>
      <dgm:spPr/>
      <dgm:t>
        <a:bodyPr/>
        <a:lstStyle/>
        <a:p>
          <a:endParaRPr lang="en-US"/>
        </a:p>
      </dgm:t>
    </dgm:pt>
    <dgm:pt modelId="{94D29AE7-44EA-428B-A334-3FF802EB2AAA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Small Change</a:t>
          </a:r>
          <a:endParaRPr lang="en-US" sz="1400" dirty="0"/>
        </a:p>
      </dgm:t>
    </dgm:pt>
    <dgm:pt modelId="{A3A43FD0-547F-4415-A17F-1573B204041D}" type="parTrans" cxnId="{E757C1C6-C5DC-4BB7-9061-C90487695661}">
      <dgm:prSet/>
      <dgm:spPr/>
      <dgm:t>
        <a:bodyPr/>
        <a:lstStyle/>
        <a:p>
          <a:endParaRPr lang="en-US"/>
        </a:p>
      </dgm:t>
    </dgm:pt>
    <dgm:pt modelId="{0A5D2219-2C92-497F-B5D8-D1898CF15BB9}" type="sibTrans" cxnId="{E757C1C6-C5DC-4BB7-9061-C90487695661}">
      <dgm:prSet/>
      <dgm:spPr/>
      <dgm:t>
        <a:bodyPr/>
        <a:lstStyle/>
        <a:p>
          <a:endParaRPr lang="en-US"/>
        </a:p>
      </dgm:t>
    </dgm:pt>
    <dgm:pt modelId="{82A3FE11-F892-4DC0-85AD-634CBFDCA87B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New demand – review, approve, prioritise ​</a:t>
          </a:r>
          <a:endParaRPr lang="en-US" sz="1200" dirty="0"/>
        </a:p>
      </dgm:t>
    </dgm:pt>
    <dgm:pt modelId="{C7B5D169-4B96-4C80-8912-A294591C5893}" type="parTrans" cxnId="{7A1F38AC-2643-42F1-AE61-9058584BBCC4}">
      <dgm:prSet/>
      <dgm:spPr/>
      <dgm:t>
        <a:bodyPr/>
        <a:lstStyle/>
        <a:p>
          <a:endParaRPr lang="en-US"/>
        </a:p>
      </dgm:t>
    </dgm:pt>
    <dgm:pt modelId="{4A049DE2-596F-4096-8B32-2115674A0EF6}" type="sibTrans" cxnId="{7A1F38AC-2643-42F1-AE61-9058584BBCC4}">
      <dgm:prSet/>
      <dgm:spPr/>
      <dgm:t>
        <a:bodyPr/>
        <a:lstStyle/>
        <a:p>
          <a:endParaRPr lang="en-US"/>
        </a:p>
      </dgm:t>
    </dgm:pt>
    <dgm:pt modelId="{DABA7B92-C95B-45D7-B8A8-574169AE6FB0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Approved demand – estimate changes, change requests, prioritisation review</a:t>
          </a:r>
          <a:endParaRPr lang="en-US" sz="1200" dirty="0"/>
        </a:p>
      </dgm:t>
    </dgm:pt>
    <dgm:pt modelId="{A52B7780-5BCD-471C-B405-90754414110A}" type="parTrans" cxnId="{B168C6F7-8DBD-43F4-97EA-250FC90B93B7}">
      <dgm:prSet/>
      <dgm:spPr/>
      <dgm:t>
        <a:bodyPr/>
        <a:lstStyle/>
        <a:p>
          <a:endParaRPr lang="en-US"/>
        </a:p>
      </dgm:t>
    </dgm:pt>
    <dgm:pt modelId="{B345370D-DE43-4802-BFE3-C4C519923230}" type="sibTrans" cxnId="{B168C6F7-8DBD-43F4-97EA-250FC90B93B7}">
      <dgm:prSet/>
      <dgm:spPr/>
      <dgm:t>
        <a:bodyPr/>
        <a:lstStyle/>
        <a:p>
          <a:endParaRPr lang="en-US"/>
        </a:p>
      </dgm:t>
    </dgm:pt>
    <dgm:pt modelId="{1454AE21-496E-4A56-9B1E-2A689384C208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Release Management (Small Change &amp; Production Support)</a:t>
          </a:r>
          <a:endParaRPr lang="en-US" sz="1400" dirty="0"/>
        </a:p>
      </dgm:t>
    </dgm:pt>
    <dgm:pt modelId="{F2441198-BDF2-484D-8B32-99A0A5B3399F}" type="parTrans" cxnId="{15A2E101-5E48-43DA-9C32-31576DAE94E6}">
      <dgm:prSet/>
      <dgm:spPr/>
      <dgm:t>
        <a:bodyPr/>
        <a:lstStyle/>
        <a:p>
          <a:endParaRPr lang="en-US"/>
        </a:p>
      </dgm:t>
    </dgm:pt>
    <dgm:pt modelId="{0467C9BB-B06A-475D-BDE0-A1FBE834A6CC}" type="sibTrans" cxnId="{15A2E101-5E48-43DA-9C32-31576DAE94E6}">
      <dgm:prSet/>
      <dgm:spPr/>
      <dgm:t>
        <a:bodyPr/>
        <a:lstStyle/>
        <a:p>
          <a:endParaRPr lang="en-US"/>
        </a:p>
      </dgm:t>
    </dgm:pt>
    <dgm:pt modelId="{5E7E285A-D577-46F6-9AFC-8B74950A5D65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In progress release – status, scope, timelines</a:t>
          </a:r>
          <a:endParaRPr lang="en-US" sz="1200" dirty="0"/>
        </a:p>
      </dgm:t>
    </dgm:pt>
    <dgm:pt modelId="{0C61BD14-89B2-44FB-A44B-234ABC131F50}" type="parTrans" cxnId="{BF1C4BF7-EB74-4318-9308-598195C96156}">
      <dgm:prSet/>
      <dgm:spPr/>
      <dgm:t>
        <a:bodyPr/>
        <a:lstStyle/>
        <a:p>
          <a:endParaRPr lang="en-US"/>
        </a:p>
      </dgm:t>
    </dgm:pt>
    <dgm:pt modelId="{09F5EBAB-49F4-4EA3-9D66-A2C5A0EF55F8}" type="sibTrans" cxnId="{BF1C4BF7-EB74-4318-9308-598195C96156}">
      <dgm:prSet/>
      <dgm:spPr/>
      <dgm:t>
        <a:bodyPr/>
        <a:lstStyle/>
        <a:p>
          <a:endParaRPr lang="en-US"/>
        </a:p>
      </dgm:t>
    </dgm:pt>
    <dgm:pt modelId="{6B33B3DD-2D7F-423B-AFEF-5C8F5DAD04A5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Planned releases – budget (Small Change only), scope, schedule  </a:t>
          </a:r>
          <a:endParaRPr lang="en-US" sz="1200" dirty="0"/>
        </a:p>
      </dgm:t>
    </dgm:pt>
    <dgm:pt modelId="{CA54CE0F-D041-4FAB-B5C7-D2D28A373B19}" type="parTrans" cxnId="{3CC4C5E1-B054-42F3-A390-E508ABE07F2B}">
      <dgm:prSet/>
      <dgm:spPr/>
      <dgm:t>
        <a:bodyPr/>
        <a:lstStyle/>
        <a:p>
          <a:endParaRPr lang="en-US"/>
        </a:p>
      </dgm:t>
    </dgm:pt>
    <dgm:pt modelId="{C0633C4A-E2F8-4D15-A4C3-05D6265B3457}" type="sibTrans" cxnId="{3CC4C5E1-B054-42F3-A390-E508ABE07F2B}">
      <dgm:prSet/>
      <dgm:spPr/>
      <dgm:t>
        <a:bodyPr/>
        <a:lstStyle/>
        <a:p>
          <a:endParaRPr lang="en-US"/>
        </a:p>
      </dgm:t>
    </dgm:pt>
    <dgm:pt modelId="{B8C9997E-F41B-4AFA-9D5C-7F3ADD363F70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Production support status​</a:t>
          </a:r>
          <a:endParaRPr lang="en-US" sz="1400" dirty="0"/>
        </a:p>
      </dgm:t>
    </dgm:pt>
    <dgm:pt modelId="{37EE4CA5-C77A-4601-9BA2-22EB55E837CC}" type="parTrans" cxnId="{63DF3932-363B-46D0-A051-19F28D97B0A6}">
      <dgm:prSet/>
      <dgm:spPr/>
      <dgm:t>
        <a:bodyPr/>
        <a:lstStyle/>
        <a:p>
          <a:endParaRPr lang="en-US"/>
        </a:p>
      </dgm:t>
    </dgm:pt>
    <dgm:pt modelId="{B6FE55A1-F93B-4349-9E9F-2BF3BF064B35}" type="sibTrans" cxnId="{63DF3932-363B-46D0-A051-19F28D97B0A6}">
      <dgm:prSet/>
      <dgm:spPr/>
      <dgm:t>
        <a:bodyPr/>
        <a:lstStyle/>
        <a:p>
          <a:endParaRPr lang="en-US"/>
        </a:p>
      </dgm:t>
    </dgm:pt>
    <dgm:pt modelId="{8CE62FF3-3280-4058-ADF1-E155294885BC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Escalations / attention</a:t>
          </a:r>
          <a:endParaRPr lang="en-US" sz="1200" dirty="0"/>
        </a:p>
      </dgm:t>
    </dgm:pt>
    <dgm:pt modelId="{379BBAD1-A5A6-4CBF-A8BC-AF47FDB24596}" type="parTrans" cxnId="{CCFE5AA2-7800-43D7-9078-34007F1E32F8}">
      <dgm:prSet/>
      <dgm:spPr/>
      <dgm:t>
        <a:bodyPr/>
        <a:lstStyle/>
        <a:p>
          <a:endParaRPr lang="en-US"/>
        </a:p>
      </dgm:t>
    </dgm:pt>
    <dgm:pt modelId="{D0FEA6DA-A504-414D-AF4D-767EC4A28FCB}" type="sibTrans" cxnId="{CCFE5AA2-7800-43D7-9078-34007F1E32F8}">
      <dgm:prSet/>
      <dgm:spPr/>
      <dgm:t>
        <a:bodyPr/>
        <a:lstStyle/>
        <a:p>
          <a:endParaRPr lang="en-US"/>
        </a:p>
      </dgm:t>
    </dgm:pt>
    <dgm:pt modelId="{15C1C7EF-659F-4426-8878-9F5404C3AB50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dirty="0"/>
            <a:t>Statistics, including aging ticket updates ​</a:t>
          </a:r>
          <a:endParaRPr lang="en-US" sz="1200" dirty="0"/>
        </a:p>
      </dgm:t>
    </dgm:pt>
    <dgm:pt modelId="{5E6AE60F-5C71-4020-929D-D8672784AA70}" type="parTrans" cxnId="{BFA8ECA2-5902-4B7E-AD26-6D09C463A4F0}">
      <dgm:prSet/>
      <dgm:spPr/>
      <dgm:t>
        <a:bodyPr/>
        <a:lstStyle/>
        <a:p>
          <a:endParaRPr lang="en-US"/>
        </a:p>
      </dgm:t>
    </dgm:pt>
    <dgm:pt modelId="{CDDBDA6B-9B4A-4409-999E-2ED946052775}" type="sibTrans" cxnId="{BFA8ECA2-5902-4B7E-AD26-6D09C463A4F0}">
      <dgm:prSet/>
      <dgm:spPr/>
      <dgm:t>
        <a:bodyPr/>
        <a:lstStyle/>
        <a:p>
          <a:endParaRPr lang="en-US"/>
        </a:p>
      </dgm:t>
    </dgm:pt>
    <dgm:pt modelId="{D2FF5259-DBC6-46BE-B1E6-2DF200FC3BCF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AOB</a:t>
          </a:r>
          <a:endParaRPr lang="en-US" sz="1400" dirty="0"/>
        </a:p>
      </dgm:t>
    </dgm:pt>
    <dgm:pt modelId="{E307F1DF-61B3-4ACA-8833-60FEAD303567}" type="parTrans" cxnId="{6B2D6F0A-47DE-4D43-A560-6A8B35FF0672}">
      <dgm:prSet/>
      <dgm:spPr/>
      <dgm:t>
        <a:bodyPr/>
        <a:lstStyle/>
        <a:p>
          <a:endParaRPr lang="en-US"/>
        </a:p>
      </dgm:t>
    </dgm:pt>
    <dgm:pt modelId="{E76BA509-49CD-4514-8DF7-D32E0E67C684}" type="sibTrans" cxnId="{6B2D6F0A-47DE-4D43-A560-6A8B35FF0672}">
      <dgm:prSet/>
      <dgm:spPr/>
      <dgm:t>
        <a:bodyPr/>
        <a:lstStyle/>
        <a:p>
          <a:endParaRPr lang="en-US"/>
        </a:p>
      </dgm:t>
    </dgm:pt>
    <dgm:pt modelId="{0866B973-5E1E-42A5-80B1-DEBD44BA753B}">
      <dgm:prSet custT="1"/>
      <dgm:spPr/>
      <dgm:t>
        <a:bodyPr/>
        <a:lstStyle/>
        <a:p>
          <a:r>
            <a:rPr lang="en-GB" sz="1200" dirty="0"/>
            <a:t>Ad-Hoc Agenda Inclusions</a:t>
          </a:r>
          <a:endParaRPr lang="en-US" sz="1200" dirty="0"/>
        </a:p>
      </dgm:t>
    </dgm:pt>
    <dgm:pt modelId="{710EE440-C094-449F-972D-ADF38A536B69}" type="parTrans" cxnId="{BF45E660-9A0F-4E6A-A8C2-2E9E1FD72CF4}">
      <dgm:prSet/>
      <dgm:spPr/>
      <dgm:t>
        <a:bodyPr/>
        <a:lstStyle/>
        <a:p>
          <a:endParaRPr lang="en-US"/>
        </a:p>
      </dgm:t>
    </dgm:pt>
    <dgm:pt modelId="{640110E2-1D76-44C4-9F10-A7FA7FD3319D}" type="sibTrans" cxnId="{BF45E660-9A0F-4E6A-A8C2-2E9E1FD72CF4}">
      <dgm:prSet/>
      <dgm:spPr/>
      <dgm:t>
        <a:bodyPr/>
        <a:lstStyle/>
        <a:p>
          <a:endParaRPr lang="en-US"/>
        </a:p>
      </dgm:t>
    </dgm:pt>
    <dgm:pt modelId="{C5229A86-2E6C-4446-8482-B9FF96A8E38F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Strategic roadmap (IT Business Partners</a:t>
          </a:r>
          <a:r>
            <a:rPr lang="en-GB" sz="1400"/>
            <a:t>, quarterly)</a:t>
          </a:r>
          <a:endParaRPr lang="en-US" sz="1400" dirty="0"/>
        </a:p>
      </dgm:t>
    </dgm:pt>
    <dgm:pt modelId="{8E8C8542-879E-43D7-A843-D40E4F3EFF97}" type="parTrans" cxnId="{425DC1B3-6EBC-4A97-9676-1D04E1454FED}">
      <dgm:prSet/>
      <dgm:spPr/>
      <dgm:t>
        <a:bodyPr/>
        <a:lstStyle/>
        <a:p>
          <a:endParaRPr lang="en-US"/>
        </a:p>
      </dgm:t>
    </dgm:pt>
    <dgm:pt modelId="{50DD823E-738D-4804-8CF4-E16AA8084F92}" type="sibTrans" cxnId="{425DC1B3-6EBC-4A97-9676-1D04E1454FED}">
      <dgm:prSet/>
      <dgm:spPr/>
      <dgm:t>
        <a:bodyPr/>
        <a:lstStyle/>
        <a:p>
          <a:endParaRPr lang="en-US"/>
        </a:p>
      </dgm:t>
    </dgm:pt>
    <dgm:pt modelId="{B562D370-0584-4D48-8944-AB5899317189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Projects updates  (PM or IT Business Partner, quarterly)</a:t>
          </a:r>
          <a:endParaRPr lang="en-US" sz="1400" dirty="0"/>
        </a:p>
      </dgm:t>
    </dgm:pt>
    <dgm:pt modelId="{251BDE4A-16E8-4665-8EF3-421F4840A779}" type="parTrans" cxnId="{C694C03A-4224-405D-A910-AADB98AE9BAF}">
      <dgm:prSet/>
      <dgm:spPr/>
      <dgm:t>
        <a:bodyPr/>
        <a:lstStyle/>
        <a:p>
          <a:endParaRPr lang="en-US"/>
        </a:p>
      </dgm:t>
    </dgm:pt>
    <dgm:pt modelId="{002D97EA-9DFB-4A64-9C3A-6D78A51449E0}" type="sibTrans" cxnId="{C694C03A-4224-405D-A910-AADB98AE9BAF}">
      <dgm:prSet/>
      <dgm:spPr/>
      <dgm:t>
        <a:bodyPr/>
        <a:lstStyle/>
        <a:p>
          <a:endParaRPr lang="en-US"/>
        </a:p>
      </dgm:t>
    </dgm:pt>
    <dgm:pt modelId="{5A3FAF9E-E1A7-44AE-BDDD-EE521F1CFD85}">
      <dgm:prSet custT="1"/>
      <dgm:spPr/>
      <dgm:t>
        <a:bodyPr/>
        <a:lstStyle/>
        <a:p>
          <a:pPr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dirty="0"/>
            <a:t>Review &amp; purge of small change backlog (annual)</a:t>
          </a:r>
          <a:endParaRPr lang="en-US" sz="1400" dirty="0"/>
        </a:p>
      </dgm:t>
    </dgm:pt>
    <dgm:pt modelId="{F78B3554-836F-4567-A541-5611AF3C9A22}" type="parTrans" cxnId="{218CED79-436C-4975-99D6-C78386E9A73B}">
      <dgm:prSet/>
      <dgm:spPr/>
      <dgm:t>
        <a:bodyPr/>
        <a:lstStyle/>
        <a:p>
          <a:endParaRPr lang="en-US"/>
        </a:p>
      </dgm:t>
    </dgm:pt>
    <dgm:pt modelId="{C8A0AAB6-32AF-496D-81FF-C064587E469B}" type="sibTrans" cxnId="{218CED79-436C-4975-99D6-C78386E9A73B}">
      <dgm:prSet/>
      <dgm:spPr/>
      <dgm:t>
        <a:bodyPr/>
        <a:lstStyle/>
        <a:p>
          <a:endParaRPr lang="en-US"/>
        </a:p>
      </dgm:t>
    </dgm:pt>
    <dgm:pt modelId="{30248AD6-F076-4E88-97D0-ED14B0CDA514}" type="pres">
      <dgm:prSet presAssocID="{EEB0AE87-C923-4E2B-BF7A-C6B291B45674}" presName="linear" presStyleCnt="0">
        <dgm:presLayoutVars>
          <dgm:dir/>
          <dgm:animLvl val="lvl"/>
          <dgm:resizeHandles val="exact"/>
        </dgm:presLayoutVars>
      </dgm:prSet>
      <dgm:spPr/>
    </dgm:pt>
    <dgm:pt modelId="{98B8FDD9-F51C-4338-90AA-9C70161728DD}" type="pres">
      <dgm:prSet presAssocID="{9EEA5699-F37D-466C-8C45-198A1621A263}" presName="parentLin" presStyleCnt="0"/>
      <dgm:spPr/>
    </dgm:pt>
    <dgm:pt modelId="{67C39AA3-B875-4506-839F-CFAA071BFDC7}" type="pres">
      <dgm:prSet presAssocID="{9EEA5699-F37D-466C-8C45-198A1621A263}" presName="parentLeftMargin" presStyleLbl="node1" presStyleIdx="0" presStyleCnt="2"/>
      <dgm:spPr/>
    </dgm:pt>
    <dgm:pt modelId="{7D5B85AE-CF5E-4097-A119-6E1C5CDC0A4E}" type="pres">
      <dgm:prSet presAssocID="{9EEA5699-F37D-466C-8C45-198A1621A26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1FF4836-DB1F-4A21-A28D-B668D5AC654D}" type="pres">
      <dgm:prSet presAssocID="{9EEA5699-F37D-466C-8C45-198A1621A263}" presName="negativeSpace" presStyleCnt="0"/>
      <dgm:spPr/>
    </dgm:pt>
    <dgm:pt modelId="{61EEB90D-B07A-40D9-98F9-EDD8645F1535}" type="pres">
      <dgm:prSet presAssocID="{9EEA5699-F37D-466C-8C45-198A1621A263}" presName="childText" presStyleLbl="conFgAcc1" presStyleIdx="0" presStyleCnt="2">
        <dgm:presLayoutVars>
          <dgm:bulletEnabled val="1"/>
        </dgm:presLayoutVars>
      </dgm:prSet>
      <dgm:spPr/>
    </dgm:pt>
    <dgm:pt modelId="{EBADB341-EC2F-458F-89A3-A3AA0DF6FD0D}" type="pres">
      <dgm:prSet presAssocID="{EFCB9CFC-3828-4699-B277-D96882DFB24E}" presName="spaceBetweenRectangles" presStyleCnt="0"/>
      <dgm:spPr/>
    </dgm:pt>
    <dgm:pt modelId="{6F4FEAFA-4EB0-4540-8390-34605315E607}" type="pres">
      <dgm:prSet presAssocID="{0866B973-5E1E-42A5-80B1-DEBD44BA753B}" presName="parentLin" presStyleCnt="0"/>
      <dgm:spPr/>
    </dgm:pt>
    <dgm:pt modelId="{EBD01B15-6818-4A76-8A83-97A11363ED99}" type="pres">
      <dgm:prSet presAssocID="{0866B973-5E1E-42A5-80B1-DEBD44BA753B}" presName="parentLeftMargin" presStyleLbl="node1" presStyleIdx="0" presStyleCnt="2"/>
      <dgm:spPr/>
    </dgm:pt>
    <dgm:pt modelId="{656F8C2E-2E3B-4A60-B8C9-5E863A68C99A}" type="pres">
      <dgm:prSet presAssocID="{0866B973-5E1E-42A5-80B1-DEBD44BA753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598D5D-9A42-4AD1-BD76-F1B9B558BD6C}" type="pres">
      <dgm:prSet presAssocID="{0866B973-5E1E-42A5-80B1-DEBD44BA753B}" presName="negativeSpace" presStyleCnt="0"/>
      <dgm:spPr/>
    </dgm:pt>
    <dgm:pt modelId="{AEC5B519-8B87-45AF-B7CB-091A168BE88E}" type="pres">
      <dgm:prSet presAssocID="{0866B973-5E1E-42A5-80B1-DEBD44BA753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5A2E101-5E48-43DA-9C32-31576DAE94E6}" srcId="{9EEA5699-F37D-466C-8C45-198A1621A263}" destId="{1454AE21-496E-4A56-9B1E-2A689384C208}" srcOrd="2" destOrd="0" parTransId="{F2441198-BDF2-484D-8B32-99A0A5B3399F}" sibTransId="{0467C9BB-B06A-475D-BDE0-A1FBE834A6CC}"/>
    <dgm:cxn modelId="{6B2D6F0A-47DE-4D43-A560-6A8B35FF0672}" srcId="{9EEA5699-F37D-466C-8C45-198A1621A263}" destId="{D2FF5259-DBC6-46BE-B1E6-2DF200FC3BCF}" srcOrd="4" destOrd="0" parTransId="{E307F1DF-61B3-4ACA-8833-60FEAD303567}" sibTransId="{E76BA509-49CD-4514-8DF7-D32E0E67C684}"/>
    <dgm:cxn modelId="{17292420-BD75-4562-8777-8895C365FBC9}" type="presOf" srcId="{6B33B3DD-2D7F-423B-AFEF-5C8F5DAD04A5}" destId="{61EEB90D-B07A-40D9-98F9-EDD8645F1535}" srcOrd="0" destOrd="6" presId="urn:microsoft.com/office/officeart/2005/8/layout/list1"/>
    <dgm:cxn modelId="{2B4A6B24-D609-4972-9A49-B548A40039A3}" type="presOf" srcId="{B562D370-0584-4D48-8944-AB5899317189}" destId="{AEC5B519-8B87-45AF-B7CB-091A168BE88E}" srcOrd="0" destOrd="1" presId="urn:microsoft.com/office/officeart/2005/8/layout/list1"/>
    <dgm:cxn modelId="{63DF3932-363B-46D0-A051-19F28D97B0A6}" srcId="{9EEA5699-F37D-466C-8C45-198A1621A263}" destId="{B8C9997E-F41B-4AFA-9D5C-7F3ADD363F70}" srcOrd="3" destOrd="0" parTransId="{37EE4CA5-C77A-4601-9BA2-22EB55E837CC}" sibTransId="{B6FE55A1-F93B-4349-9E9F-2BF3BF064B35}"/>
    <dgm:cxn modelId="{D04C9835-8FDB-4229-B117-EE42AF787B1A}" srcId="{9EEA5699-F37D-466C-8C45-198A1621A263}" destId="{69C187E7-FB65-434B-AFF2-F692496C08F5}" srcOrd="0" destOrd="0" parTransId="{98EDBB45-7116-4D66-9D00-B25221E19950}" sibTransId="{8CFF86ED-0019-40D9-ADD5-3AB290F88F4C}"/>
    <dgm:cxn modelId="{037DFF35-5EE3-4B66-BAEB-9CAE7B953518}" type="presOf" srcId="{5E7E285A-D577-46F6-9AFC-8B74950A5D65}" destId="{61EEB90D-B07A-40D9-98F9-EDD8645F1535}" srcOrd="0" destOrd="5" presId="urn:microsoft.com/office/officeart/2005/8/layout/list1"/>
    <dgm:cxn modelId="{C694C03A-4224-405D-A910-AADB98AE9BAF}" srcId="{0866B973-5E1E-42A5-80B1-DEBD44BA753B}" destId="{B562D370-0584-4D48-8944-AB5899317189}" srcOrd="1" destOrd="0" parTransId="{251BDE4A-16E8-4665-8EF3-421F4840A779}" sibTransId="{002D97EA-9DFB-4A64-9C3A-6D78A51449E0}"/>
    <dgm:cxn modelId="{DF32773C-E7DB-469E-939A-2A0789CB986F}" type="presOf" srcId="{15C1C7EF-659F-4426-8878-9F5404C3AB50}" destId="{61EEB90D-B07A-40D9-98F9-EDD8645F1535}" srcOrd="0" destOrd="9" presId="urn:microsoft.com/office/officeart/2005/8/layout/list1"/>
    <dgm:cxn modelId="{B6A4BF3E-3483-4068-A869-0628DFEE6762}" type="presOf" srcId="{9EEA5699-F37D-466C-8C45-198A1621A263}" destId="{67C39AA3-B875-4506-839F-CFAA071BFDC7}" srcOrd="0" destOrd="0" presId="urn:microsoft.com/office/officeart/2005/8/layout/list1"/>
    <dgm:cxn modelId="{FD8AFD3E-61E5-46B4-AF61-6D09FE4B97D6}" type="presOf" srcId="{5A3FAF9E-E1A7-44AE-BDDD-EE521F1CFD85}" destId="{AEC5B519-8B87-45AF-B7CB-091A168BE88E}" srcOrd="0" destOrd="2" presId="urn:microsoft.com/office/officeart/2005/8/layout/list1"/>
    <dgm:cxn modelId="{BF45E660-9A0F-4E6A-A8C2-2E9E1FD72CF4}" srcId="{EEB0AE87-C923-4E2B-BF7A-C6B291B45674}" destId="{0866B973-5E1E-42A5-80B1-DEBD44BA753B}" srcOrd="1" destOrd="0" parTransId="{710EE440-C094-449F-972D-ADF38A536B69}" sibTransId="{640110E2-1D76-44C4-9F10-A7FA7FD3319D}"/>
    <dgm:cxn modelId="{44020B43-6680-417B-97D6-8DD1550D11B0}" type="presOf" srcId="{1454AE21-496E-4A56-9B1E-2A689384C208}" destId="{61EEB90D-B07A-40D9-98F9-EDD8645F1535}" srcOrd="0" destOrd="4" presId="urn:microsoft.com/office/officeart/2005/8/layout/list1"/>
    <dgm:cxn modelId="{C9970C6C-3768-407B-97A4-53D0A6869D3C}" type="presOf" srcId="{82A3FE11-F892-4DC0-85AD-634CBFDCA87B}" destId="{61EEB90D-B07A-40D9-98F9-EDD8645F1535}" srcOrd="0" destOrd="2" presId="urn:microsoft.com/office/officeart/2005/8/layout/list1"/>
    <dgm:cxn modelId="{9BE5AA4D-A7E0-46B8-A0C0-FD3C57989317}" type="presOf" srcId="{D2FF5259-DBC6-46BE-B1E6-2DF200FC3BCF}" destId="{61EEB90D-B07A-40D9-98F9-EDD8645F1535}" srcOrd="0" destOrd="10" presId="urn:microsoft.com/office/officeart/2005/8/layout/list1"/>
    <dgm:cxn modelId="{65371E55-9B30-4987-B501-5FB462AD90BC}" type="presOf" srcId="{8CE62FF3-3280-4058-ADF1-E155294885BC}" destId="{61EEB90D-B07A-40D9-98F9-EDD8645F1535}" srcOrd="0" destOrd="8" presId="urn:microsoft.com/office/officeart/2005/8/layout/list1"/>
    <dgm:cxn modelId="{218CED79-436C-4975-99D6-C78386E9A73B}" srcId="{0866B973-5E1E-42A5-80B1-DEBD44BA753B}" destId="{5A3FAF9E-E1A7-44AE-BDDD-EE521F1CFD85}" srcOrd="2" destOrd="0" parTransId="{F78B3554-836F-4567-A541-5611AF3C9A22}" sibTransId="{C8A0AAB6-32AF-496D-81FF-C064587E469B}"/>
    <dgm:cxn modelId="{5BF1409D-9556-4FA7-BB12-70BB3D9D1171}" type="presOf" srcId="{C5229A86-2E6C-4446-8482-B9FF96A8E38F}" destId="{AEC5B519-8B87-45AF-B7CB-091A168BE88E}" srcOrd="0" destOrd="0" presId="urn:microsoft.com/office/officeart/2005/8/layout/list1"/>
    <dgm:cxn modelId="{CCFE5AA2-7800-43D7-9078-34007F1E32F8}" srcId="{B8C9997E-F41B-4AFA-9D5C-7F3ADD363F70}" destId="{8CE62FF3-3280-4058-ADF1-E155294885BC}" srcOrd="0" destOrd="0" parTransId="{379BBAD1-A5A6-4CBF-A8BC-AF47FDB24596}" sibTransId="{D0FEA6DA-A504-414D-AF4D-767EC4A28FCB}"/>
    <dgm:cxn modelId="{1D8291A2-6A0D-43E5-A474-5A1DF8FA292C}" type="presOf" srcId="{B8C9997E-F41B-4AFA-9D5C-7F3ADD363F70}" destId="{61EEB90D-B07A-40D9-98F9-EDD8645F1535}" srcOrd="0" destOrd="7" presId="urn:microsoft.com/office/officeart/2005/8/layout/list1"/>
    <dgm:cxn modelId="{BFA8ECA2-5902-4B7E-AD26-6D09C463A4F0}" srcId="{B8C9997E-F41B-4AFA-9D5C-7F3ADD363F70}" destId="{15C1C7EF-659F-4426-8878-9F5404C3AB50}" srcOrd="1" destOrd="0" parTransId="{5E6AE60F-5C71-4020-929D-D8672784AA70}" sibTransId="{CDDBDA6B-9B4A-4409-999E-2ED946052775}"/>
    <dgm:cxn modelId="{98D26BA4-77BD-4F89-A92A-0B0D0433C60C}" srcId="{EEB0AE87-C923-4E2B-BF7A-C6B291B45674}" destId="{9EEA5699-F37D-466C-8C45-198A1621A263}" srcOrd="0" destOrd="0" parTransId="{80B78702-B5A8-4A60-AE6F-E3AF47B0DB9B}" sibTransId="{EFCB9CFC-3828-4699-B277-D96882DFB24E}"/>
    <dgm:cxn modelId="{7A1F38AC-2643-42F1-AE61-9058584BBCC4}" srcId="{94D29AE7-44EA-428B-A334-3FF802EB2AAA}" destId="{82A3FE11-F892-4DC0-85AD-634CBFDCA87B}" srcOrd="0" destOrd="0" parTransId="{C7B5D169-4B96-4C80-8912-A294591C5893}" sibTransId="{4A049DE2-596F-4096-8B32-2115674A0EF6}"/>
    <dgm:cxn modelId="{85D40FAE-D009-4AA4-9D52-CA0D8DE2DAB1}" type="presOf" srcId="{DABA7B92-C95B-45D7-B8A8-574169AE6FB0}" destId="{61EEB90D-B07A-40D9-98F9-EDD8645F1535}" srcOrd="0" destOrd="3" presId="urn:microsoft.com/office/officeart/2005/8/layout/list1"/>
    <dgm:cxn modelId="{425DC1B3-6EBC-4A97-9676-1D04E1454FED}" srcId="{0866B973-5E1E-42A5-80B1-DEBD44BA753B}" destId="{C5229A86-2E6C-4446-8482-B9FF96A8E38F}" srcOrd="0" destOrd="0" parTransId="{8E8C8542-879E-43D7-A843-D40E4F3EFF97}" sibTransId="{50DD823E-738D-4804-8CF4-E16AA8084F92}"/>
    <dgm:cxn modelId="{079F8CBA-35FA-43FB-A8FA-90DBD9781BEA}" type="presOf" srcId="{9EEA5699-F37D-466C-8C45-198A1621A263}" destId="{7D5B85AE-CF5E-4097-A119-6E1C5CDC0A4E}" srcOrd="1" destOrd="0" presId="urn:microsoft.com/office/officeart/2005/8/layout/list1"/>
    <dgm:cxn modelId="{C8238BC2-E650-40BB-85CC-E6E5AB639E52}" type="presOf" srcId="{0866B973-5E1E-42A5-80B1-DEBD44BA753B}" destId="{EBD01B15-6818-4A76-8A83-97A11363ED99}" srcOrd="0" destOrd="0" presId="urn:microsoft.com/office/officeart/2005/8/layout/list1"/>
    <dgm:cxn modelId="{E757C1C6-C5DC-4BB7-9061-C90487695661}" srcId="{9EEA5699-F37D-466C-8C45-198A1621A263}" destId="{94D29AE7-44EA-428B-A334-3FF802EB2AAA}" srcOrd="1" destOrd="0" parTransId="{A3A43FD0-547F-4415-A17F-1573B204041D}" sibTransId="{0A5D2219-2C92-497F-B5D8-D1898CF15BB9}"/>
    <dgm:cxn modelId="{CA1A5BD2-2664-4032-8144-78B4AAC0E3A4}" type="presOf" srcId="{EEB0AE87-C923-4E2B-BF7A-C6B291B45674}" destId="{30248AD6-F076-4E88-97D0-ED14B0CDA514}" srcOrd="0" destOrd="0" presId="urn:microsoft.com/office/officeart/2005/8/layout/list1"/>
    <dgm:cxn modelId="{3CC4C5E1-B054-42F3-A390-E508ABE07F2B}" srcId="{1454AE21-496E-4A56-9B1E-2A689384C208}" destId="{6B33B3DD-2D7F-423B-AFEF-5C8F5DAD04A5}" srcOrd="1" destOrd="0" parTransId="{CA54CE0F-D041-4FAB-B5C7-D2D28A373B19}" sibTransId="{C0633C4A-E2F8-4D15-A4C3-05D6265B3457}"/>
    <dgm:cxn modelId="{B2818AE6-48BB-4E49-B038-36E0072AEDFB}" type="presOf" srcId="{94D29AE7-44EA-428B-A334-3FF802EB2AAA}" destId="{61EEB90D-B07A-40D9-98F9-EDD8645F1535}" srcOrd="0" destOrd="1" presId="urn:microsoft.com/office/officeart/2005/8/layout/list1"/>
    <dgm:cxn modelId="{6939F8F1-70C4-4F23-A127-25536DB7EDE5}" type="presOf" srcId="{69C187E7-FB65-434B-AFF2-F692496C08F5}" destId="{61EEB90D-B07A-40D9-98F9-EDD8645F1535}" srcOrd="0" destOrd="0" presId="urn:microsoft.com/office/officeart/2005/8/layout/list1"/>
    <dgm:cxn modelId="{255668F2-CC70-4833-9040-00C1FA4D7AA2}" type="presOf" srcId="{0866B973-5E1E-42A5-80B1-DEBD44BA753B}" destId="{656F8C2E-2E3B-4A60-B8C9-5E863A68C99A}" srcOrd="1" destOrd="0" presId="urn:microsoft.com/office/officeart/2005/8/layout/list1"/>
    <dgm:cxn modelId="{BF1C4BF7-EB74-4318-9308-598195C96156}" srcId="{1454AE21-496E-4A56-9B1E-2A689384C208}" destId="{5E7E285A-D577-46F6-9AFC-8B74950A5D65}" srcOrd="0" destOrd="0" parTransId="{0C61BD14-89B2-44FB-A44B-234ABC131F50}" sibTransId="{09F5EBAB-49F4-4EA3-9D66-A2C5A0EF55F8}"/>
    <dgm:cxn modelId="{B168C6F7-8DBD-43F4-97EA-250FC90B93B7}" srcId="{94D29AE7-44EA-428B-A334-3FF802EB2AAA}" destId="{DABA7B92-C95B-45D7-B8A8-574169AE6FB0}" srcOrd="1" destOrd="0" parTransId="{A52B7780-5BCD-471C-B405-90754414110A}" sibTransId="{B345370D-DE43-4802-BFE3-C4C519923230}"/>
    <dgm:cxn modelId="{5DD4697F-3088-408A-B0F5-B58231A5FB21}" type="presParOf" srcId="{30248AD6-F076-4E88-97D0-ED14B0CDA514}" destId="{98B8FDD9-F51C-4338-90AA-9C70161728DD}" srcOrd="0" destOrd="0" presId="urn:microsoft.com/office/officeart/2005/8/layout/list1"/>
    <dgm:cxn modelId="{C4945086-4ADD-4BEC-AAC1-5200449C8D0B}" type="presParOf" srcId="{98B8FDD9-F51C-4338-90AA-9C70161728DD}" destId="{67C39AA3-B875-4506-839F-CFAA071BFDC7}" srcOrd="0" destOrd="0" presId="urn:microsoft.com/office/officeart/2005/8/layout/list1"/>
    <dgm:cxn modelId="{C1B4D182-812A-4323-A845-B5240077F79B}" type="presParOf" srcId="{98B8FDD9-F51C-4338-90AA-9C70161728DD}" destId="{7D5B85AE-CF5E-4097-A119-6E1C5CDC0A4E}" srcOrd="1" destOrd="0" presId="urn:microsoft.com/office/officeart/2005/8/layout/list1"/>
    <dgm:cxn modelId="{CD185EDA-E044-4BE5-A3E9-C0316C0C6978}" type="presParOf" srcId="{30248AD6-F076-4E88-97D0-ED14B0CDA514}" destId="{31FF4836-DB1F-4A21-A28D-B668D5AC654D}" srcOrd="1" destOrd="0" presId="urn:microsoft.com/office/officeart/2005/8/layout/list1"/>
    <dgm:cxn modelId="{FC51BB29-487C-42F1-A9B6-4569B08AB844}" type="presParOf" srcId="{30248AD6-F076-4E88-97D0-ED14B0CDA514}" destId="{61EEB90D-B07A-40D9-98F9-EDD8645F1535}" srcOrd="2" destOrd="0" presId="urn:microsoft.com/office/officeart/2005/8/layout/list1"/>
    <dgm:cxn modelId="{121BA443-2D58-43B9-8D2F-98A289858400}" type="presParOf" srcId="{30248AD6-F076-4E88-97D0-ED14B0CDA514}" destId="{EBADB341-EC2F-458F-89A3-A3AA0DF6FD0D}" srcOrd="3" destOrd="0" presId="urn:microsoft.com/office/officeart/2005/8/layout/list1"/>
    <dgm:cxn modelId="{13BCF4DB-68DD-4DF6-8BCA-0A29E866ACD0}" type="presParOf" srcId="{30248AD6-F076-4E88-97D0-ED14B0CDA514}" destId="{6F4FEAFA-4EB0-4540-8390-34605315E607}" srcOrd="4" destOrd="0" presId="urn:microsoft.com/office/officeart/2005/8/layout/list1"/>
    <dgm:cxn modelId="{86D46915-1564-4D4A-81DD-4799473D88F7}" type="presParOf" srcId="{6F4FEAFA-4EB0-4540-8390-34605315E607}" destId="{EBD01B15-6818-4A76-8A83-97A11363ED99}" srcOrd="0" destOrd="0" presId="urn:microsoft.com/office/officeart/2005/8/layout/list1"/>
    <dgm:cxn modelId="{7E9B7546-2663-4A7E-A913-A9148287858B}" type="presParOf" srcId="{6F4FEAFA-4EB0-4540-8390-34605315E607}" destId="{656F8C2E-2E3B-4A60-B8C9-5E863A68C99A}" srcOrd="1" destOrd="0" presId="urn:microsoft.com/office/officeart/2005/8/layout/list1"/>
    <dgm:cxn modelId="{49F01AA4-2DAD-49E8-AF61-01AF43AC0B22}" type="presParOf" srcId="{30248AD6-F076-4E88-97D0-ED14B0CDA514}" destId="{64598D5D-9A42-4AD1-BD76-F1B9B558BD6C}" srcOrd="5" destOrd="0" presId="urn:microsoft.com/office/officeart/2005/8/layout/list1"/>
    <dgm:cxn modelId="{EDDD3BC3-54B2-49D2-96FB-FB471790BD59}" type="presParOf" srcId="{30248AD6-F076-4E88-97D0-ED14B0CDA514}" destId="{AEC5B519-8B87-45AF-B7CB-091A168BE88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5D2D6-AD30-446E-82FA-A63F5BA060EE}">
      <dsp:nvSpPr>
        <dsp:cNvPr id="0" name=""/>
        <dsp:cNvSpPr/>
      </dsp:nvSpPr>
      <dsp:spPr>
        <a:xfrm>
          <a:off x="131932" y="726068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 dirty="0"/>
            <a:t>Identify &amp; review small change proposals</a:t>
          </a:r>
        </a:p>
      </dsp:txBody>
      <dsp:txXfrm>
        <a:off x="131932" y="726068"/>
        <a:ext cx="3146264" cy="983207"/>
      </dsp:txXfrm>
    </dsp:sp>
    <dsp:sp modelId="{15F240B7-75B0-40FF-B732-7F6CFA31F704}">
      <dsp:nvSpPr>
        <dsp:cNvPr id="0" name=""/>
        <dsp:cNvSpPr/>
      </dsp:nvSpPr>
      <dsp:spPr>
        <a:xfrm>
          <a:off x="837" y="584049"/>
          <a:ext cx="688245" cy="10323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D1E893-A693-4CAB-B2C2-8085F82A8F61}">
      <dsp:nvSpPr>
        <dsp:cNvPr id="0" name=""/>
        <dsp:cNvSpPr/>
      </dsp:nvSpPr>
      <dsp:spPr>
        <a:xfrm>
          <a:off x="3639582" y="726068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/>
            <a:t>Ensure testing of small change enhancements within agreed timeframe</a:t>
          </a:r>
          <a:endParaRPr lang="en-GB" sz="1500" kern="1200" noProof="0" dirty="0"/>
        </a:p>
      </dsp:txBody>
      <dsp:txXfrm>
        <a:off x="3639582" y="726068"/>
        <a:ext cx="3146264" cy="983207"/>
      </dsp:txXfrm>
    </dsp:sp>
    <dsp:sp modelId="{2BCCA118-EAAA-41C0-8C12-12A713DE04D2}">
      <dsp:nvSpPr>
        <dsp:cNvPr id="0" name=""/>
        <dsp:cNvSpPr/>
      </dsp:nvSpPr>
      <dsp:spPr>
        <a:xfrm>
          <a:off x="3508488" y="584049"/>
          <a:ext cx="688245" cy="10323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4B50D4E-84D7-4E5A-BBEF-52AD67C5DA95}">
      <dsp:nvSpPr>
        <dsp:cNvPr id="0" name=""/>
        <dsp:cNvSpPr/>
      </dsp:nvSpPr>
      <dsp:spPr>
        <a:xfrm>
          <a:off x="123091" y="1984760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/>
            <a:t>Prioritise approved small change</a:t>
          </a:r>
          <a:endParaRPr lang="en-GB" sz="1500" kern="1200" noProof="0" dirty="0"/>
        </a:p>
      </dsp:txBody>
      <dsp:txXfrm>
        <a:off x="123091" y="1984760"/>
        <a:ext cx="3146264" cy="983207"/>
      </dsp:txXfrm>
    </dsp:sp>
    <dsp:sp modelId="{E90A280B-CA3C-41F6-9426-1F6D5297BCB6}">
      <dsp:nvSpPr>
        <dsp:cNvPr id="0" name=""/>
        <dsp:cNvSpPr/>
      </dsp:nvSpPr>
      <dsp:spPr>
        <a:xfrm>
          <a:off x="837" y="1821799"/>
          <a:ext cx="688245" cy="10323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547F12-826F-46B8-B92F-8BA2642AE197}">
      <dsp:nvSpPr>
        <dsp:cNvPr id="0" name=""/>
        <dsp:cNvSpPr/>
      </dsp:nvSpPr>
      <dsp:spPr>
        <a:xfrm>
          <a:off x="3639582" y="1963818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/>
            <a:t>Highlight &amp; seek updates on production challenges with applications &amp; seek inputs on </a:t>
          </a:r>
          <a:endParaRPr lang="en-GB" sz="1500" kern="1200" noProof="0" dirty="0"/>
        </a:p>
      </dsp:txBody>
      <dsp:txXfrm>
        <a:off x="3639582" y="1963818"/>
        <a:ext cx="3146264" cy="983207"/>
      </dsp:txXfrm>
    </dsp:sp>
    <dsp:sp modelId="{F4698BDB-B386-4578-B875-AEF664461C83}">
      <dsp:nvSpPr>
        <dsp:cNvPr id="0" name=""/>
        <dsp:cNvSpPr/>
      </dsp:nvSpPr>
      <dsp:spPr>
        <a:xfrm>
          <a:off x="3508488" y="1821799"/>
          <a:ext cx="688245" cy="10323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E3C01E-D74E-4143-B035-48757498D740}">
      <dsp:nvSpPr>
        <dsp:cNvPr id="0" name=""/>
        <dsp:cNvSpPr/>
      </dsp:nvSpPr>
      <dsp:spPr>
        <a:xfrm>
          <a:off x="131932" y="3201567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/>
            <a:t>Approve small change proposals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noProof="0" dirty="0"/>
        </a:p>
      </dsp:txBody>
      <dsp:txXfrm>
        <a:off x="131932" y="3201567"/>
        <a:ext cx="3146264" cy="983207"/>
      </dsp:txXfrm>
    </dsp:sp>
    <dsp:sp modelId="{FF242A5D-5161-48DC-A168-C02DF006EEE6}">
      <dsp:nvSpPr>
        <dsp:cNvPr id="0" name=""/>
        <dsp:cNvSpPr/>
      </dsp:nvSpPr>
      <dsp:spPr>
        <a:xfrm>
          <a:off x="837" y="3059548"/>
          <a:ext cx="688245" cy="10323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D98664-097A-4504-9D85-644ED032988E}">
      <dsp:nvSpPr>
        <dsp:cNvPr id="0" name=""/>
        <dsp:cNvSpPr/>
      </dsp:nvSpPr>
      <dsp:spPr>
        <a:xfrm>
          <a:off x="3639582" y="3201567"/>
          <a:ext cx="3146264" cy="983207"/>
        </a:xfrm>
        <a:prstGeom prst="rect">
          <a:avLst/>
        </a:prstGeom>
        <a:solidFill>
          <a:schemeClr val="dk2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59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noProof="0"/>
            <a:t>Receive small change proposals from, &amp; share Functional Team updates with, wider Functional area</a:t>
          </a:r>
          <a:endParaRPr lang="en-GB" sz="1500" kern="1200" noProof="0" dirty="0"/>
        </a:p>
      </dsp:txBody>
      <dsp:txXfrm>
        <a:off x="3639582" y="3201567"/>
        <a:ext cx="3146264" cy="983207"/>
      </dsp:txXfrm>
    </dsp:sp>
    <dsp:sp modelId="{A37F7609-5DDD-4D9D-90ED-299525702524}">
      <dsp:nvSpPr>
        <dsp:cNvPr id="0" name=""/>
        <dsp:cNvSpPr/>
      </dsp:nvSpPr>
      <dsp:spPr>
        <a:xfrm>
          <a:off x="3508488" y="3059548"/>
          <a:ext cx="688245" cy="10323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EB90D-B07A-40D9-98F9-EDD8645F1535}">
      <dsp:nvSpPr>
        <dsp:cNvPr id="0" name=""/>
        <dsp:cNvSpPr/>
      </dsp:nvSpPr>
      <dsp:spPr>
        <a:xfrm>
          <a:off x="0" y="160746"/>
          <a:ext cx="11488579" cy="3118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1" tIns="187452" rIns="89164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Actions from prior meeting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Small Change</a:t>
          </a:r>
          <a:endParaRPr lang="en-US" sz="14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New demand – review, approve, prioritise ​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Approved demand – estimate changes, change requests, prioritisation review</a:t>
          </a: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Release Management (Small Change &amp; Production Support)</a:t>
          </a:r>
          <a:endParaRPr lang="en-US" sz="14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In progress release – status, scope, timelines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Planned releases – budget (Small Change only), scope, schedule  </a:t>
          </a: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Production support status​</a:t>
          </a:r>
          <a:endParaRPr lang="en-US" sz="14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Escalations / attention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200" kern="1200" dirty="0"/>
            <a:t>Statistics, including aging ticket updates ​</a:t>
          </a:r>
          <a:endParaRPr lang="en-US" sz="12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AOB</a:t>
          </a:r>
          <a:endParaRPr lang="en-US" sz="1400" kern="1200" dirty="0"/>
        </a:p>
      </dsp:txBody>
      <dsp:txXfrm>
        <a:off x="0" y="160746"/>
        <a:ext cx="11488579" cy="3118500"/>
      </dsp:txXfrm>
    </dsp:sp>
    <dsp:sp modelId="{7D5B85AE-CF5E-4097-A119-6E1C5CDC0A4E}">
      <dsp:nvSpPr>
        <dsp:cNvPr id="0" name=""/>
        <dsp:cNvSpPr/>
      </dsp:nvSpPr>
      <dsp:spPr>
        <a:xfrm>
          <a:off x="574428" y="27906"/>
          <a:ext cx="8042005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69" tIns="0" rIns="3039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Monthly Agenda</a:t>
          </a:r>
          <a:endParaRPr lang="en-US" sz="1200" kern="1200" dirty="0"/>
        </a:p>
      </dsp:txBody>
      <dsp:txXfrm>
        <a:off x="587397" y="40875"/>
        <a:ext cx="8016067" cy="239742"/>
      </dsp:txXfrm>
    </dsp:sp>
    <dsp:sp modelId="{AEC5B519-8B87-45AF-B7CB-091A168BE88E}">
      <dsp:nvSpPr>
        <dsp:cNvPr id="0" name=""/>
        <dsp:cNvSpPr/>
      </dsp:nvSpPr>
      <dsp:spPr>
        <a:xfrm>
          <a:off x="0" y="3460687"/>
          <a:ext cx="11488579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41" tIns="187452" rIns="89164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Strategic roadmap (IT Business Partners</a:t>
          </a:r>
          <a:r>
            <a:rPr lang="en-GB" sz="1400" kern="1200"/>
            <a:t>, quarterly)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Projects updates  (PM or IT Business Partner, quarterly)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Font typeface="Wingdings" panose="05000000000000000000" pitchFamily="2" charset="2"/>
            <a:buChar char="§"/>
          </a:pPr>
          <a:r>
            <a:rPr lang="en-GB" sz="1400" kern="1200" dirty="0"/>
            <a:t>Review &amp; purge of small change backlog (annual)</a:t>
          </a:r>
          <a:endParaRPr lang="en-US" sz="1400" kern="1200" dirty="0"/>
        </a:p>
      </dsp:txBody>
      <dsp:txXfrm>
        <a:off x="0" y="3460687"/>
        <a:ext cx="11488579" cy="1048950"/>
      </dsp:txXfrm>
    </dsp:sp>
    <dsp:sp modelId="{656F8C2E-2E3B-4A60-B8C9-5E863A68C99A}">
      <dsp:nvSpPr>
        <dsp:cNvPr id="0" name=""/>
        <dsp:cNvSpPr/>
      </dsp:nvSpPr>
      <dsp:spPr>
        <a:xfrm>
          <a:off x="574428" y="3327847"/>
          <a:ext cx="8042005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69" tIns="0" rIns="30396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Ad-Hoc Agenda Inclusions</a:t>
          </a:r>
          <a:endParaRPr lang="en-US" sz="1200" kern="1200" dirty="0"/>
        </a:p>
      </dsp:txBody>
      <dsp:txXfrm>
        <a:off x="587397" y="3340816"/>
        <a:ext cx="8016067" cy="239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XA XL Ins and Re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98B0AC-826D-4543-90B0-8C78A043D611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23604"/>
            <a:ext cx="845261" cy="845261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09" y="423604"/>
            <a:ext cx="1897500" cy="491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B6F48-637E-4CC7-965B-76B3D14F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4479E-FE6A-4F7D-B8F3-DB17EC7385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57667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XA XL Ins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D10556-7B76-49B2-AAB2-795C945A1CCA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9494"/>
            <a:ext cx="845261" cy="84526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68C076-A4CF-4DB0-834B-D61EF70114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50" y="449494"/>
            <a:ext cx="1461413" cy="27372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1E3DC17-127D-4934-8CFA-6F644621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265038E-99F2-4691-89F6-26217D853C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10009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XA XL Re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6CA4F5-CF2C-403C-A4EF-903350E2C9DD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37907"/>
            <a:ext cx="845261" cy="845261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EA38CC-C6A8-4054-919B-62FBE0BC62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37907"/>
            <a:ext cx="1689219" cy="2737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5C20634-7634-4356-AD09-C12D3F23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698833-EBFD-42CD-B74C-2A4D0EE05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144066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XA XLRiskCon_Pacific">
    <p:bg>
      <p:bgPr>
        <a:solidFill>
          <a:srgbClr val="424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287074F-87F5-4CB2-9028-D44E0801C097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35192"/>
            <a:ext cx="845261" cy="84526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115AB9-8453-450B-9C7C-361D42D05A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35192"/>
            <a:ext cx="1913299" cy="28361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E00AEEA-B50D-4842-BC89-22782DE8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88F147-924E-4961-BFB9-FFD6AE5076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19538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AXA XL Ins and R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CE05DB-9789-4723-AB97-4E6812A340F2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3CC1DFFF-512C-4431-BC0E-3427BBFAC7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55902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5F6DA0-EDB4-4347-9CF0-FAA14124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09" y="413444"/>
            <a:ext cx="1897500" cy="4910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F6C4C81-8D4E-44A4-808E-BD2102A3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EA18D7D-5106-40C6-86D0-165F1A4F2D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84617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AXA XL Ins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8B5D8A-3739-4897-8D5A-66BCC4730BFA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FB848D96-DA8E-479B-B15D-02CF5521DB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55902"/>
            <a:ext cx="845261" cy="84526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175D6A-472B-4BEA-9777-56ACD5816F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50" y="434254"/>
            <a:ext cx="1461413" cy="2737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E98C6DA-814F-499A-9757-C99FCB33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82B1A42-83EA-45D9-9B23-0DEB5BBDB5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112858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AXA XL Re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1DD917-30B3-4587-8DC9-65B7FDDC8F45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BEE1787E-BB6E-4566-AE38-EAABE6EAED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55902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9F490B-F292-4532-9F1C-51218FA8C3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27747"/>
            <a:ext cx="1689219" cy="27372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B40BBFA-193D-442F-BC72-A5B23837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4147D59-4A5E-4F5A-BFF1-DB008A24E9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75967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AXA XL RiskCon_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576606B-AEE1-46AE-9918-37ABA3E0D9F9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09ADA6DA-9B2E-4631-8FFB-DC1FE0FE92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5352"/>
            <a:ext cx="845261" cy="84526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B59FF4-9A34-432F-9F0A-13E5A5E517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45352"/>
            <a:ext cx="1913299" cy="2836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B2C4C53-71BD-4B28-9DE1-EF94E591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DE78EA1-FECD-46B1-B2E5-5B7C38576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54176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XA XL Ins and Re_Azalea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5C332C-B2B8-470C-BB48-4DE5CC5F7B8D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2BB1FC89-6E3C-406E-8E31-95D49CB405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23604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7C5B23-05B2-4C36-BB55-C103D5C5E6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09" y="423604"/>
            <a:ext cx="1897500" cy="4910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6265C41-50AA-45BB-9028-5C904F1D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38E207F-8B8E-4A54-AC2E-6A066F38E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9116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XA XL Ins_Azalea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0AAB86-929B-452A-A711-4C4CAD0E5C34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D8598CD5-C343-42F8-ADAE-4A4587E318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9494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7077AD-F61E-4F7C-A10D-3D6A50D7A8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50" y="449494"/>
            <a:ext cx="1461413" cy="2737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D872A0F-CBF9-48A5-BDEC-920CC3A2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D26BCC-5E30-4802-A8B8-8116DDBDF7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4034994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XA XLRe_Azalea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5BE6CE-9EAB-48F7-BB09-E61622C70EFD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F40D6199-A6A1-46E1-9E9F-AAF9354CB7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37907"/>
            <a:ext cx="845261" cy="84526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CAC78F-0EEA-430F-B192-BEC77BFF1C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37907"/>
            <a:ext cx="1689219" cy="27372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9C2337-C290-428F-968A-5A47AA1E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9618DC-4B02-4238-A593-A209927367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78228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XA XL RiskCon_Azalea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B719013-FCAC-4AE4-BD7B-5C9C7B62DA7F}"/>
              </a:ext>
            </a:extLst>
          </p:cNvPr>
          <p:cNvSpPr/>
          <p:nvPr userDrawn="1"/>
        </p:nvSpPr>
        <p:spPr>
          <a:xfrm>
            <a:off x="1" y="2216"/>
            <a:ext cx="4935857" cy="6497976"/>
          </a:xfrm>
          <a:custGeom>
            <a:avLst/>
            <a:gdLst>
              <a:gd name="connsiteX0" fmla="*/ 0 w 3496235"/>
              <a:gd name="connsiteY0" fmla="*/ 4602737 h 4602737"/>
              <a:gd name="connsiteX1" fmla="*/ 0 w 3496235"/>
              <a:gd name="connsiteY1" fmla="*/ 0 h 4602737"/>
              <a:gd name="connsiteX2" fmla="*/ 3496235 w 3496235"/>
              <a:gd name="connsiteY2" fmla="*/ 0 h 4602737"/>
              <a:gd name="connsiteX3" fmla="*/ 0 w 3496235"/>
              <a:gd name="connsiteY3" fmla="*/ 4602737 h 4602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6235" h="4602737">
                <a:moveTo>
                  <a:pt x="0" y="4602737"/>
                </a:moveTo>
                <a:lnTo>
                  <a:pt x="0" y="0"/>
                </a:lnTo>
                <a:lnTo>
                  <a:pt x="3496235" y="0"/>
                </a:lnTo>
                <a:lnTo>
                  <a:pt x="0" y="4602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F7DC3C4A-E9B1-4806-9AF7-0BBBEA055F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5352"/>
            <a:ext cx="845261" cy="84526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1EB9D8-C791-4619-A9F0-CBAAC1996A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45352"/>
            <a:ext cx="1913299" cy="2836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704484C-31C3-4EFB-B2DF-1463E206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48" y="2250036"/>
            <a:ext cx="8057243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5BB8E93-1559-4711-9039-7E9921DBE3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5858" y="5849276"/>
            <a:ext cx="8056033" cy="33866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3827727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AXA XLIns and Re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1393-F8F5-4F38-A14E-27AE2149FE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23223" y="0"/>
            <a:ext cx="4864100" cy="6858000"/>
          </a:xfrm>
          <a:prstGeom prst="rect">
            <a:avLst/>
          </a:prstGeom>
          <a:solidFill>
            <a:srgbClr val="343C3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6C3192AE-B15E-4634-8380-2521A590BA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23604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F100AC-4996-45D4-8434-2E83BB22B2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09" y="423604"/>
            <a:ext cx="1897500" cy="4910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26E5295-5FF3-4AC5-BD7C-51ED388F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44" y="2387765"/>
            <a:ext cx="6215529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B185614-1991-430A-A58B-FF501D28C2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044" y="5839599"/>
            <a:ext cx="6660633" cy="36283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80323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AXA XL Ins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1393-F8F5-4F38-A14E-27AE2149FE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23223" y="0"/>
            <a:ext cx="4864100" cy="6858000"/>
          </a:xfrm>
          <a:prstGeom prst="rect">
            <a:avLst/>
          </a:prstGeom>
          <a:solidFill>
            <a:srgbClr val="343C3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B7C836EB-E969-4530-9767-B88C67AEB5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9494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EFD63E-E13C-4464-B731-96A349C5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50" y="449494"/>
            <a:ext cx="1461413" cy="2737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ABBE361-5C74-4224-AAA8-84D112D4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44" y="2387765"/>
            <a:ext cx="6215529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7141E3A-720C-406E-AF56-09CB5DAD16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044" y="5839599"/>
            <a:ext cx="6660633" cy="36283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2271293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AXA XL Re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1393-F8F5-4F38-A14E-27AE2149FE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23223" y="0"/>
            <a:ext cx="4864100" cy="6858000"/>
          </a:xfrm>
          <a:prstGeom prst="rect">
            <a:avLst/>
          </a:prstGeom>
          <a:solidFill>
            <a:srgbClr val="343C3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3576ABC0-D894-4094-AD1F-731C1FE0E2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37907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28305-828B-4E8B-AD73-7641F4241E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37907"/>
            <a:ext cx="1689219" cy="27372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ED10596-911C-4C66-A46F-FCDC68D3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44" y="2387765"/>
            <a:ext cx="6215529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545C144-D194-4B44-BB83-4650362712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044" y="5839599"/>
            <a:ext cx="6660633" cy="36283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1705799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AXA XLRiskCon_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1393-F8F5-4F38-A14E-27AE2149FE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23223" y="0"/>
            <a:ext cx="4864100" cy="6858000"/>
          </a:xfrm>
          <a:prstGeom prst="rect">
            <a:avLst/>
          </a:prstGeom>
          <a:solidFill>
            <a:srgbClr val="343C3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1" name="Picture 2" descr="C:\_Clients\PPT\cdg-ppt\docs-client\axa_logo_open_white_rgb.emf">
            <a:extLst>
              <a:ext uri="{FF2B5EF4-FFF2-40B4-BE49-F238E27FC236}">
                <a16:creationId xmlns:a16="http://schemas.microsoft.com/office/drawing/2014/main" id="{92F91247-C33A-44FD-9B46-0CEBAD5FA2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43" y="445352"/>
            <a:ext cx="845261" cy="845261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6865F9-C6EF-4129-99DF-BBB08EACAA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049" y="445352"/>
            <a:ext cx="1913299" cy="2836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E9EE017-D48F-4AE3-91F7-7A73DB9D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44" y="2387765"/>
            <a:ext cx="6215529" cy="258006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DAD3CC-A32D-44CD-9FCD-2D00C4D3A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044" y="5839599"/>
            <a:ext cx="6660633" cy="36283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1733">
                <a:solidFill>
                  <a:schemeClr val="bg1"/>
                </a:solidFill>
              </a:defRPr>
            </a:lvl1pPr>
            <a:lvl2pPr marL="542532" indent="0" algn="r">
              <a:buFontTx/>
              <a:buNone/>
              <a:defRPr sz="1867"/>
            </a:lvl2pPr>
            <a:lvl3pPr marL="1090021" indent="0" algn="r">
              <a:buFontTx/>
              <a:buNone/>
              <a:defRPr sz="1867"/>
            </a:lvl3pPr>
            <a:lvl4pPr marL="1632555" indent="0" algn="r">
              <a:buFontTx/>
              <a:buNone/>
              <a:defRPr sz="1867"/>
            </a:lvl4pPr>
            <a:lvl5pPr marL="2177567" indent="0" algn="r">
              <a:buFontTx/>
              <a:buNone/>
              <a:defRPr sz="1867"/>
            </a:lvl5pPr>
          </a:lstStyle>
          <a:p>
            <a:pPr lvl="0"/>
            <a:r>
              <a:rPr lang="en-US"/>
              <a:t>Click to edit Speaker/Team/Other  I  Date</a:t>
            </a:r>
          </a:p>
        </p:txBody>
      </p:sp>
    </p:spTree>
    <p:extLst>
      <p:ext uri="{BB962C8B-B14F-4D97-AF65-F5344CB8AC3E}">
        <p14:creationId xmlns:p14="http://schemas.microsoft.com/office/powerpoint/2010/main" val="1188583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1" y="828675"/>
            <a:ext cx="5130800" cy="5162551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5732" b="1">
                <a:solidFill>
                  <a:srgbClr val="00AEC6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40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Chapter opening page</a:t>
            </a:r>
          </a:p>
        </p:txBody>
      </p:sp>
    </p:spTree>
    <p:extLst>
      <p:ext uri="{BB962C8B-B14F-4D97-AF65-F5344CB8AC3E}">
        <p14:creationId xmlns:p14="http://schemas.microsoft.com/office/powerpoint/2010/main" val="1377197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Teal">
    <p:bg>
      <p:bgPr>
        <a:solidFill>
          <a:srgbClr val="0271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3244427" y="-6774"/>
            <a:ext cx="8961120" cy="6881707"/>
          </a:xfrm>
          <a:custGeom>
            <a:avLst/>
            <a:gdLst>
              <a:gd name="connsiteX0" fmla="*/ 4947920 w 6720840"/>
              <a:gd name="connsiteY0" fmla="*/ 0 h 5161280"/>
              <a:gd name="connsiteX1" fmla="*/ 0 w 6720840"/>
              <a:gd name="connsiteY1" fmla="*/ 5151120 h 5161280"/>
              <a:gd name="connsiteX2" fmla="*/ 6720840 w 6720840"/>
              <a:gd name="connsiteY2" fmla="*/ 5161280 h 5161280"/>
              <a:gd name="connsiteX3" fmla="*/ 6720840 w 6720840"/>
              <a:gd name="connsiteY3" fmla="*/ 5080 h 5161280"/>
              <a:gd name="connsiteX4" fmla="*/ 4947920 w 6720840"/>
              <a:gd name="connsiteY4" fmla="*/ 0 h 516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0840" h="5161280">
                <a:moveTo>
                  <a:pt x="4947920" y="0"/>
                </a:moveTo>
                <a:lnTo>
                  <a:pt x="0" y="5151120"/>
                </a:lnTo>
                <a:lnTo>
                  <a:pt x="6720840" y="5161280"/>
                </a:lnTo>
                <a:lnTo>
                  <a:pt x="6720840" y="5080"/>
                </a:lnTo>
                <a:lnTo>
                  <a:pt x="4947920" y="0"/>
                </a:lnTo>
                <a:close/>
              </a:path>
            </a:pathLst>
          </a:custGeom>
          <a:solidFill>
            <a:srgbClr val="00AD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580747"/>
            <a:ext cx="12192000" cy="1693333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6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95349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1" y="828675"/>
            <a:ext cx="5130800" cy="5162551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5732" b="1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7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4000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Chapter opening page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84" y="355600"/>
            <a:ext cx="694944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10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Agenda/Table of Contents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53485" y="1502835"/>
            <a:ext cx="11499425" cy="4359485"/>
          </a:xfrm>
          <a:prstGeom prst="rect">
            <a:avLst/>
          </a:prstGeom>
        </p:spPr>
        <p:txBody>
          <a:bodyPr lIns="0" tIns="0" rIns="0" bIns="0"/>
          <a:lstStyle>
            <a:lvl1pPr marL="615935" indent="-615935">
              <a:buClr>
                <a:schemeClr val="tx2"/>
              </a:buClr>
              <a:buFont typeface="+mj-lt"/>
              <a:buAutoNum type="arabicPeriod"/>
              <a:defRPr sz="2133">
                <a:solidFill>
                  <a:schemeClr val="tx1"/>
                </a:solidFill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477139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53460" y="274638"/>
            <a:ext cx="11482688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53463" y="762274"/>
            <a:ext cx="11482688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Subtitle or next title (optional)</a:t>
            </a:r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Espace réservé du texte 11"/>
          <p:cNvSpPr>
            <a:spLocks noGrp="1"/>
          </p:cNvSpPr>
          <p:nvPr>
            <p:ph type="body" sz="quarter" idx="10" hasCustomPrompt="1"/>
          </p:nvPr>
        </p:nvSpPr>
        <p:spPr>
          <a:xfrm>
            <a:off x="353485" y="1501615"/>
            <a:ext cx="11488577" cy="4878260"/>
          </a:xfrm>
          <a:prstGeom prst="rect">
            <a:avLst/>
          </a:prstGeom>
        </p:spPr>
        <p:txBody>
          <a:bodyPr vert="horz" lIns="0" tIns="0" rIns="0" bIns="0"/>
          <a:lstStyle>
            <a:lvl1pPr marL="306910" indent="-306910">
              <a:buClr>
                <a:schemeClr val="tx2"/>
              </a:buClr>
              <a:buSzPct val="120000"/>
              <a:buFont typeface="Wingdings" panose="05000000000000000000" pitchFamily="2" charset="2"/>
              <a:buChar char="§"/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marL="842420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 baseline="0">
                <a:solidFill>
                  <a:schemeClr val="tx1"/>
                </a:solidFill>
                <a:latin typeface="+mn-lt"/>
                <a:cs typeface="Arial"/>
              </a:defRPr>
            </a:lvl2pPr>
            <a:lvl3pPr marL="1263631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  <a:cs typeface="Arial"/>
              </a:defRPr>
            </a:lvl3pPr>
            <a:lvl4pPr marL="1536179" indent="-272548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4pPr>
            <a:lvl5pPr marL="1821116" indent="-284937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Espace réservé de la date 2"/>
          <p:cNvSpPr>
            <a:spLocks noGrp="1"/>
          </p:cNvSpPr>
          <p:nvPr>
            <p:ph type="dt" sz="half" idx="1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467151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3" hasCustomPrompt="1"/>
          </p:nvPr>
        </p:nvSpPr>
        <p:spPr>
          <a:xfrm>
            <a:off x="353484" y="1325217"/>
            <a:ext cx="11488579" cy="4537544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tabLst>
                <a:tab pos="4186662" algn="l"/>
              </a:tabLst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on the icon to add a table</a:t>
            </a:r>
            <a:endParaRPr lang="fr-FR"/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5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817B2-430E-4938-9CAF-CE454AEA87AA}"/>
              </a:ext>
            </a:extLst>
          </p:cNvPr>
          <p:cNvSpPr txBox="1"/>
          <p:nvPr userDrawn="1"/>
        </p:nvSpPr>
        <p:spPr bwMode="auto">
          <a:xfrm>
            <a:off x="353483" y="6038141"/>
            <a:ext cx="5615296" cy="1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eaLnBrk="1" hangingPunct="1"/>
            <a:r>
              <a:rPr lang="en-US" sz="1067">
                <a:solidFill>
                  <a:srgbClr val="404040"/>
                </a:solidFill>
                <a:latin typeface="+mj-lt"/>
                <a:cs typeface="Arial" pitchFamily="34" charset="0"/>
              </a:rPr>
              <a:t>Source info</a:t>
            </a:r>
          </a:p>
        </p:txBody>
      </p:sp>
    </p:spTree>
    <p:extLst>
      <p:ext uri="{BB962C8B-B14F-4D97-AF65-F5344CB8AC3E}">
        <p14:creationId xmlns:p14="http://schemas.microsoft.com/office/powerpoint/2010/main" val="103977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121826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>
                <a:solidFill>
                  <a:schemeClr val="accent5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53484" y="1826005"/>
            <a:ext cx="5478512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53484" y="2138089"/>
            <a:ext cx="5478512" cy="410157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  <a:endParaRPr lang="fr-FR"/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6093884" y="1826005"/>
            <a:ext cx="5746749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6093884" y="2138089"/>
            <a:ext cx="5746749" cy="4101572"/>
          </a:xfrm>
          <a:prstGeom prst="rect">
            <a:avLst/>
          </a:prstGeom>
        </p:spPr>
        <p:txBody>
          <a:bodyPr anchor="ctr"/>
          <a:lstStyle>
            <a:lvl1pPr marL="0" marR="0" indent="0" algn="ctr" defTabSz="121826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  <a:endParaRPr lang="fr-FR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9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1526753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7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53482" y="762274"/>
            <a:ext cx="11488577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/>
              <a:t>Subtitle or next title (optional)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53484" y="1926293"/>
            <a:ext cx="43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53484" y="2371725"/>
            <a:ext cx="4251419" cy="3724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on</a:t>
            </a:r>
          </a:p>
          <a:p>
            <a:r>
              <a:rPr lang="en-US"/>
              <a:t> the icon to add a graph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5061823" y="2384214"/>
            <a:ext cx="6780239" cy="3711511"/>
          </a:xfrm>
          <a:prstGeom prst="rect">
            <a:avLst/>
          </a:prstGeom>
        </p:spPr>
        <p:txBody>
          <a:bodyPr lIns="0" tIns="0" rIns="0" bIns="0"/>
          <a:lstStyle>
            <a:lvl1pPr marL="306910" indent="-30691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2133"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7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27534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4" hasCustomPrompt="1"/>
          </p:nvPr>
        </p:nvSpPr>
        <p:spPr>
          <a:xfrm>
            <a:off x="528000" y="1631579"/>
            <a:ext cx="3361267" cy="144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1" name="Espace réservé du texte 19"/>
          <p:cNvSpPr>
            <a:spLocks noGrp="1"/>
          </p:cNvSpPr>
          <p:nvPr>
            <p:ph type="body" sz="quarter" idx="15" hasCustomPrompt="1"/>
          </p:nvPr>
        </p:nvSpPr>
        <p:spPr>
          <a:xfrm>
            <a:off x="4416000" y="1631579"/>
            <a:ext cx="3361267" cy="144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Espace réservé du texte 19"/>
          <p:cNvSpPr>
            <a:spLocks noGrp="1"/>
          </p:cNvSpPr>
          <p:nvPr>
            <p:ph type="body" sz="quarter" idx="16" hasCustomPrompt="1"/>
          </p:nvPr>
        </p:nvSpPr>
        <p:spPr>
          <a:xfrm>
            <a:off x="8302733" y="1631579"/>
            <a:ext cx="3361267" cy="144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7" hasCustomPrompt="1"/>
          </p:nvPr>
        </p:nvSpPr>
        <p:spPr>
          <a:xfrm>
            <a:off x="528000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30" name="Espace réservé du texte 24"/>
          <p:cNvSpPr>
            <a:spLocks noGrp="1"/>
          </p:cNvSpPr>
          <p:nvPr>
            <p:ph type="body" sz="quarter" idx="18" hasCustomPrompt="1"/>
          </p:nvPr>
        </p:nvSpPr>
        <p:spPr>
          <a:xfrm>
            <a:off x="4417267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31" name="Espace réservé du texte 24"/>
          <p:cNvSpPr>
            <a:spLocks noGrp="1"/>
          </p:cNvSpPr>
          <p:nvPr>
            <p:ph type="body" sz="quarter" idx="19" hasCustomPrompt="1"/>
          </p:nvPr>
        </p:nvSpPr>
        <p:spPr>
          <a:xfrm>
            <a:off x="8304000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2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ommaire"/>
          <p:cNvSpPr>
            <a:spLocks noGrp="1"/>
          </p:cNvSpPr>
          <p:nvPr>
            <p:ph type="title" hasCustomPrompt="1"/>
          </p:nvPr>
        </p:nvSpPr>
        <p:spPr>
          <a:xfrm>
            <a:off x="353483" y="274638"/>
            <a:ext cx="11487151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20" hasCustomPrompt="1"/>
          </p:nvPr>
        </p:nvSpPr>
        <p:spPr>
          <a:xfrm>
            <a:off x="353482" y="762274"/>
            <a:ext cx="11487151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145376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4" hasCustomPrompt="1"/>
          </p:nvPr>
        </p:nvSpPr>
        <p:spPr>
          <a:xfrm>
            <a:off x="528000" y="1631580"/>
            <a:ext cx="4901184" cy="1233641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1" name="Espace réservé du texte 19"/>
          <p:cNvSpPr>
            <a:spLocks noGrp="1"/>
          </p:cNvSpPr>
          <p:nvPr>
            <p:ph type="body" sz="quarter" idx="15" hasCustomPrompt="1"/>
          </p:nvPr>
        </p:nvSpPr>
        <p:spPr>
          <a:xfrm>
            <a:off x="6758985" y="1631580"/>
            <a:ext cx="4905596" cy="1271001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7" hasCustomPrompt="1"/>
          </p:nvPr>
        </p:nvSpPr>
        <p:spPr>
          <a:xfrm>
            <a:off x="527999" y="3263154"/>
            <a:ext cx="4901183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30" name="Espace réservé du texte 24"/>
          <p:cNvSpPr>
            <a:spLocks noGrp="1"/>
          </p:cNvSpPr>
          <p:nvPr>
            <p:ph type="body" sz="quarter" idx="18" hasCustomPrompt="1"/>
          </p:nvPr>
        </p:nvSpPr>
        <p:spPr>
          <a:xfrm>
            <a:off x="6760251" y="3263154"/>
            <a:ext cx="4903748" cy="1433417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2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ommaire"/>
          <p:cNvSpPr>
            <a:spLocks noGrp="1"/>
          </p:cNvSpPr>
          <p:nvPr>
            <p:ph type="title" hasCustomPrompt="1"/>
          </p:nvPr>
        </p:nvSpPr>
        <p:spPr>
          <a:xfrm>
            <a:off x="353483" y="274638"/>
            <a:ext cx="11487151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20" hasCustomPrompt="1"/>
          </p:nvPr>
        </p:nvSpPr>
        <p:spPr>
          <a:xfrm>
            <a:off x="353482" y="762274"/>
            <a:ext cx="11487151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331943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9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0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02769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-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9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054263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0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054263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9EB081-E91C-4592-8065-81226F32F20E}"/>
              </a:ext>
            </a:extLst>
          </p:cNvPr>
          <p:cNvSpPr/>
          <p:nvPr userDrawn="1"/>
        </p:nvSpPr>
        <p:spPr>
          <a:xfrm>
            <a:off x="664136" y="2178125"/>
            <a:ext cx="3598433" cy="4192191"/>
          </a:xfrm>
          <a:prstGeom prst="rect">
            <a:avLst/>
          </a:prstGeom>
          <a:solidFill>
            <a:srgbClr val="02718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EBCC1-A3A5-44F5-B791-FE3F8D0C9542}"/>
              </a:ext>
            </a:extLst>
          </p:cNvPr>
          <p:cNvSpPr/>
          <p:nvPr userDrawn="1"/>
        </p:nvSpPr>
        <p:spPr>
          <a:xfrm>
            <a:off x="4254048" y="2181786"/>
            <a:ext cx="3598433" cy="4188529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6007E-9CE9-4EA4-BD44-59D8CA222539}"/>
              </a:ext>
            </a:extLst>
          </p:cNvPr>
          <p:cNvSpPr/>
          <p:nvPr userDrawn="1"/>
        </p:nvSpPr>
        <p:spPr>
          <a:xfrm>
            <a:off x="7852481" y="2178127"/>
            <a:ext cx="3616988" cy="4188528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A0BB01-07CB-4374-9193-9C411D6692F0}"/>
              </a:ext>
            </a:extLst>
          </p:cNvPr>
          <p:cNvSpPr/>
          <p:nvPr userDrawn="1"/>
        </p:nvSpPr>
        <p:spPr>
          <a:xfrm>
            <a:off x="1785210" y="1495169"/>
            <a:ext cx="1365913" cy="1365913"/>
          </a:xfrm>
          <a:prstGeom prst="ellipse">
            <a:avLst/>
          </a:prstGeom>
          <a:solidFill>
            <a:schemeClr val="bg1"/>
          </a:solidFill>
          <a:ln w="12700">
            <a:solidFill>
              <a:srgbClr val="0271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745C962-B949-41C1-9577-012A11250419}"/>
              </a:ext>
            </a:extLst>
          </p:cNvPr>
          <p:cNvSpPr/>
          <p:nvPr userDrawn="1"/>
        </p:nvSpPr>
        <p:spPr>
          <a:xfrm>
            <a:off x="5374592" y="1531050"/>
            <a:ext cx="1365913" cy="1365913"/>
          </a:xfrm>
          <a:prstGeom prst="ellipse">
            <a:avLst/>
          </a:prstGeom>
          <a:solidFill>
            <a:schemeClr val="bg1"/>
          </a:solidFill>
          <a:ln w="12700">
            <a:solidFill>
              <a:srgbClr val="343C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352831-ED3E-4DD6-A622-5177EB5FCBDF}"/>
              </a:ext>
            </a:extLst>
          </p:cNvPr>
          <p:cNvSpPr/>
          <p:nvPr userDrawn="1"/>
        </p:nvSpPr>
        <p:spPr>
          <a:xfrm>
            <a:off x="8956305" y="1531050"/>
            <a:ext cx="1365913" cy="136591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Espace réservé du texte 19">
            <a:extLst>
              <a:ext uri="{FF2B5EF4-FFF2-40B4-BE49-F238E27FC236}">
                <a16:creationId xmlns:a16="http://schemas.microsoft.com/office/drawing/2014/main" id="{FDF0D89F-E0C1-4275-9204-9D0EB19C32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6484" y="3114729"/>
            <a:ext cx="3508907" cy="1018792"/>
          </a:xfrm>
          <a:prstGeom prst="rect">
            <a:avLst/>
          </a:prstGeom>
          <a:noFill/>
          <a:ln w="19050">
            <a:noFill/>
          </a:ln>
        </p:spPr>
        <p:txBody>
          <a:bodyPr anchor="t" anchorCtr="0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7D577A4E-B225-4B1B-980F-D5D559516D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484" y="4383891"/>
            <a:ext cx="3547563" cy="198642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6" name="Espace réservé du texte 19">
            <a:extLst>
              <a:ext uri="{FF2B5EF4-FFF2-40B4-BE49-F238E27FC236}">
                <a16:creationId xmlns:a16="http://schemas.microsoft.com/office/drawing/2014/main" id="{5087831D-0FDB-4454-B451-ECEB7B1298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9481" y="3114729"/>
            <a:ext cx="3508907" cy="1018792"/>
          </a:xfrm>
          <a:prstGeom prst="rect">
            <a:avLst/>
          </a:prstGeom>
          <a:noFill/>
          <a:ln w="19050">
            <a:noFill/>
          </a:ln>
        </p:spPr>
        <p:txBody>
          <a:bodyPr anchor="t" anchorCtr="0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7" name="Espace réservé du texte 24">
            <a:extLst>
              <a:ext uri="{FF2B5EF4-FFF2-40B4-BE49-F238E27FC236}">
                <a16:creationId xmlns:a16="http://schemas.microsoft.com/office/drawing/2014/main" id="{5F42A7F3-3014-40CD-9676-94AC1C05CC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9481" y="4383891"/>
            <a:ext cx="3547563" cy="198642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8" name="Espace réservé du texte 19">
            <a:extLst>
              <a:ext uri="{FF2B5EF4-FFF2-40B4-BE49-F238E27FC236}">
                <a16:creationId xmlns:a16="http://schemas.microsoft.com/office/drawing/2014/main" id="{8097A5E4-91F2-4963-8FCF-F64CC8698C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96412" y="3114729"/>
            <a:ext cx="3508907" cy="1018792"/>
          </a:xfrm>
          <a:prstGeom prst="rect">
            <a:avLst/>
          </a:prstGeom>
          <a:noFill/>
          <a:ln w="19050">
            <a:noFill/>
          </a:ln>
        </p:spPr>
        <p:txBody>
          <a:bodyPr anchor="t" anchorCtr="0"/>
          <a:lstStyle>
            <a:lvl1pPr marL="0" indent="0" algn="ctr">
              <a:buNone/>
              <a:defRPr sz="2133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9" name="Espace réservé du texte 24">
            <a:extLst>
              <a:ext uri="{FF2B5EF4-FFF2-40B4-BE49-F238E27FC236}">
                <a16:creationId xmlns:a16="http://schemas.microsoft.com/office/drawing/2014/main" id="{9FF44FEF-1725-4BFA-8A6F-F3BB361FB6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96412" y="4351289"/>
            <a:ext cx="3547563" cy="201902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934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globe&#10;&#10;Description automatically generated with medium confidence">
            <a:extLst>
              <a:ext uri="{FF2B5EF4-FFF2-40B4-BE49-F238E27FC236}">
                <a16:creationId xmlns:a16="http://schemas.microsoft.com/office/drawing/2014/main" id="{5DEFD65B-4C01-40C1-B48B-1EEDFCD6D1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4661" y="0"/>
            <a:ext cx="4571572" cy="6858000"/>
          </a:xfrm>
          <a:prstGeom prst="rect">
            <a:avLst/>
          </a:prstGeom>
        </p:spPr>
      </p:pic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9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0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A9717-DA5C-4B32-B388-1C0F12D3E738}"/>
              </a:ext>
            </a:extLst>
          </p:cNvPr>
          <p:cNvSpPr/>
          <p:nvPr userDrawn="1"/>
        </p:nvSpPr>
        <p:spPr>
          <a:xfrm>
            <a:off x="5383064" y="3621165"/>
            <a:ext cx="2281595" cy="1860067"/>
          </a:xfrm>
          <a:prstGeom prst="rect">
            <a:avLst/>
          </a:prstGeom>
          <a:solidFill>
            <a:srgbClr val="02718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A9AB53-B2F5-4149-8144-BCC1E201F370}"/>
              </a:ext>
            </a:extLst>
          </p:cNvPr>
          <p:cNvSpPr/>
          <p:nvPr userDrawn="1"/>
        </p:nvSpPr>
        <p:spPr>
          <a:xfrm>
            <a:off x="7646860" y="3621165"/>
            <a:ext cx="2281595" cy="1860067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598FF-3B30-40BC-BC9E-D7718028EB99}"/>
              </a:ext>
            </a:extLst>
          </p:cNvPr>
          <p:cNvSpPr/>
          <p:nvPr userDrawn="1"/>
        </p:nvSpPr>
        <p:spPr>
          <a:xfrm>
            <a:off x="7646861" y="1761099"/>
            <a:ext cx="2281595" cy="1860067"/>
          </a:xfrm>
          <a:prstGeom prst="rect">
            <a:avLst/>
          </a:prstGeom>
          <a:solidFill>
            <a:srgbClr val="02718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3614F7-DD2B-44DF-8FFB-FA3EB96E22D1}"/>
              </a:ext>
            </a:extLst>
          </p:cNvPr>
          <p:cNvSpPr/>
          <p:nvPr userDrawn="1"/>
        </p:nvSpPr>
        <p:spPr>
          <a:xfrm>
            <a:off x="5383065" y="1761099"/>
            <a:ext cx="2281596" cy="1860067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7" name="Espace réservé du texte 19">
            <a:extLst>
              <a:ext uri="{FF2B5EF4-FFF2-40B4-BE49-F238E27FC236}">
                <a16:creationId xmlns:a16="http://schemas.microsoft.com/office/drawing/2014/main" id="{464084D8-047C-4F54-A4E6-35C760C79C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9566" y="2192955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28" name="Espace réservé du texte 24">
            <a:extLst>
              <a:ext uri="{FF2B5EF4-FFF2-40B4-BE49-F238E27FC236}">
                <a16:creationId xmlns:a16="http://schemas.microsoft.com/office/drawing/2014/main" id="{D2095B8C-48B2-46B8-B3AA-98456B904F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9565" y="1878534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29" name="Espace réservé du texte 24">
            <a:extLst>
              <a:ext uri="{FF2B5EF4-FFF2-40B4-BE49-F238E27FC236}">
                <a16:creationId xmlns:a16="http://schemas.microsoft.com/office/drawing/2014/main" id="{0868FE08-DC2C-42CC-AA1C-EEFCE178E7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7573" y="2899449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0" name="Espace réservé du texte 19">
            <a:extLst>
              <a:ext uri="{FF2B5EF4-FFF2-40B4-BE49-F238E27FC236}">
                <a16:creationId xmlns:a16="http://schemas.microsoft.com/office/drawing/2014/main" id="{91C96E47-1EA4-4191-BA18-37E6A4F41F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9170" y="2192955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1" name="Espace réservé du texte 24">
            <a:extLst>
              <a:ext uri="{FF2B5EF4-FFF2-40B4-BE49-F238E27FC236}">
                <a16:creationId xmlns:a16="http://schemas.microsoft.com/office/drawing/2014/main" id="{D53F9F78-7855-4F54-B667-0490BA5D6B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69169" y="1878534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2" name="Espace réservé du texte 24">
            <a:extLst>
              <a:ext uri="{FF2B5EF4-FFF2-40B4-BE49-F238E27FC236}">
                <a16:creationId xmlns:a16="http://schemas.microsoft.com/office/drawing/2014/main" id="{91142603-CA2D-4399-99F7-8D106401D0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47177" y="2899449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3" name="Espace réservé du texte 19">
            <a:extLst>
              <a:ext uri="{FF2B5EF4-FFF2-40B4-BE49-F238E27FC236}">
                <a16:creationId xmlns:a16="http://schemas.microsoft.com/office/drawing/2014/main" id="{9F53AD34-D202-4D19-A06D-78E0CDF1DB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76419" y="4096328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4" name="Espace réservé du texte 24">
            <a:extLst>
              <a:ext uri="{FF2B5EF4-FFF2-40B4-BE49-F238E27FC236}">
                <a16:creationId xmlns:a16="http://schemas.microsoft.com/office/drawing/2014/main" id="{526810B0-4D4C-41F3-91CF-E554FDFF56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6419" y="3781907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5" name="Espace réservé du texte 24">
            <a:extLst>
              <a:ext uri="{FF2B5EF4-FFF2-40B4-BE49-F238E27FC236}">
                <a16:creationId xmlns:a16="http://schemas.microsoft.com/office/drawing/2014/main" id="{15CBF3C3-2906-4A1A-8F92-9A4068440B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4427" y="4802822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6" name="Espace réservé du texte 19">
            <a:extLst>
              <a:ext uri="{FF2B5EF4-FFF2-40B4-BE49-F238E27FC236}">
                <a16:creationId xmlns:a16="http://schemas.microsoft.com/office/drawing/2014/main" id="{6B00B411-A05B-4BF7-B435-6A1A43A91A6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69170" y="4088983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7" name="Espace réservé du texte 24">
            <a:extLst>
              <a:ext uri="{FF2B5EF4-FFF2-40B4-BE49-F238E27FC236}">
                <a16:creationId xmlns:a16="http://schemas.microsoft.com/office/drawing/2014/main" id="{D273A3CF-F4EC-4065-8011-4B19F89901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69169" y="3774562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8" name="Espace réservé du texte 24">
            <a:extLst>
              <a:ext uri="{FF2B5EF4-FFF2-40B4-BE49-F238E27FC236}">
                <a16:creationId xmlns:a16="http://schemas.microsoft.com/office/drawing/2014/main" id="{B79CF353-13B9-48FC-BCB3-E3CB6BC98F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47177" y="4795477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9" name="Espace réservé du texte 11">
            <a:extLst>
              <a:ext uri="{FF2B5EF4-FFF2-40B4-BE49-F238E27FC236}">
                <a16:creationId xmlns:a16="http://schemas.microsoft.com/office/drawing/2014/main" id="{FF44A38A-F32F-42BD-9657-D1DB4A95E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3486" y="1761099"/>
            <a:ext cx="5091365" cy="4618776"/>
          </a:xfrm>
          <a:prstGeom prst="rect">
            <a:avLst/>
          </a:prstGeom>
        </p:spPr>
        <p:txBody>
          <a:bodyPr vert="horz" lIns="0" tIns="0" rIns="0" bIns="0"/>
          <a:lstStyle>
            <a:lvl1pPr marL="306910" indent="-306910">
              <a:buClr>
                <a:schemeClr val="tx2"/>
              </a:buClr>
              <a:buSzPct val="120000"/>
              <a:buFont typeface="Wingdings" panose="05000000000000000000" pitchFamily="2" charset="2"/>
              <a:buChar char="§"/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marL="842420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 baseline="0">
                <a:solidFill>
                  <a:schemeClr val="tx1"/>
                </a:solidFill>
                <a:latin typeface="+mn-lt"/>
                <a:cs typeface="Arial"/>
              </a:defRPr>
            </a:lvl2pPr>
            <a:lvl3pPr marL="1263631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  <a:cs typeface="Arial"/>
              </a:defRPr>
            </a:lvl3pPr>
            <a:lvl4pPr marL="1536179" indent="-272548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4pPr>
            <a:lvl5pPr marL="1821116" indent="-284937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195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statistic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E8633-AA58-470C-917A-79DB08C1EB8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159104" y="0"/>
            <a:ext cx="5032897" cy="685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353484" y="274638"/>
            <a:ext cx="11488579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353483" y="762274"/>
            <a:ext cx="114885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9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of the presentation l Date</a:t>
            </a:r>
          </a:p>
        </p:txBody>
      </p:sp>
      <p:sp>
        <p:nvSpPr>
          <p:cNvPr id="10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A9717-DA5C-4B32-B388-1C0F12D3E738}"/>
              </a:ext>
            </a:extLst>
          </p:cNvPr>
          <p:cNvSpPr/>
          <p:nvPr userDrawn="1"/>
        </p:nvSpPr>
        <p:spPr>
          <a:xfrm>
            <a:off x="2624865" y="1568933"/>
            <a:ext cx="2281595" cy="186006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A9AB53-B2F5-4149-8144-BCC1E201F370}"/>
              </a:ext>
            </a:extLst>
          </p:cNvPr>
          <p:cNvSpPr/>
          <p:nvPr userDrawn="1"/>
        </p:nvSpPr>
        <p:spPr>
          <a:xfrm>
            <a:off x="4888661" y="1568933"/>
            <a:ext cx="2281595" cy="1860067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598FF-3B30-40BC-BC9E-D7718028EB99}"/>
              </a:ext>
            </a:extLst>
          </p:cNvPr>
          <p:cNvSpPr/>
          <p:nvPr userDrawn="1"/>
        </p:nvSpPr>
        <p:spPr>
          <a:xfrm>
            <a:off x="7170256" y="1568933"/>
            <a:ext cx="2281595" cy="186006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3614F7-DD2B-44DF-8FFB-FA3EB96E22D1}"/>
              </a:ext>
            </a:extLst>
          </p:cNvPr>
          <p:cNvSpPr/>
          <p:nvPr userDrawn="1"/>
        </p:nvSpPr>
        <p:spPr>
          <a:xfrm>
            <a:off x="353483" y="1568933"/>
            <a:ext cx="2281596" cy="1860067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7FCA1D-DCE3-4CE3-AB3A-BB23FB82C7F4}"/>
              </a:ext>
            </a:extLst>
          </p:cNvPr>
          <p:cNvSpPr/>
          <p:nvPr userDrawn="1"/>
        </p:nvSpPr>
        <p:spPr>
          <a:xfrm>
            <a:off x="9451851" y="1564984"/>
            <a:ext cx="2281595" cy="1860067"/>
          </a:xfrm>
          <a:prstGeom prst="rect">
            <a:avLst/>
          </a:prstGeom>
          <a:solidFill>
            <a:srgbClr val="343C3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31" name="Espace réservé du texte 19">
            <a:extLst>
              <a:ext uri="{FF2B5EF4-FFF2-40B4-BE49-F238E27FC236}">
                <a16:creationId xmlns:a16="http://schemas.microsoft.com/office/drawing/2014/main" id="{65A24B63-B791-4A34-A92A-237FF2A4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483" y="2054702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2" name="Espace réservé du texte 24">
            <a:extLst>
              <a:ext uri="{FF2B5EF4-FFF2-40B4-BE49-F238E27FC236}">
                <a16:creationId xmlns:a16="http://schemas.microsoft.com/office/drawing/2014/main" id="{487D7937-EDBD-4458-90AC-64F3B9409B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483" y="1740281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3" name="Espace réservé du texte 24">
            <a:extLst>
              <a:ext uri="{FF2B5EF4-FFF2-40B4-BE49-F238E27FC236}">
                <a16:creationId xmlns:a16="http://schemas.microsoft.com/office/drawing/2014/main" id="{529546C9-4483-431E-9A20-7A3C05C9B4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1491" y="2761195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4" name="Espace réservé du texte 19">
            <a:extLst>
              <a:ext uri="{FF2B5EF4-FFF2-40B4-BE49-F238E27FC236}">
                <a16:creationId xmlns:a16="http://schemas.microsoft.com/office/drawing/2014/main" id="{8B3A07EB-0F67-42B0-AD15-B2D63F06C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23925" y="2054702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5" name="Espace réservé du texte 24">
            <a:extLst>
              <a:ext uri="{FF2B5EF4-FFF2-40B4-BE49-F238E27FC236}">
                <a16:creationId xmlns:a16="http://schemas.microsoft.com/office/drawing/2014/main" id="{631173FC-E8D9-4A7B-94F9-74E35DF08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23924" y="1740281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6" name="Espace réservé du texte 24">
            <a:extLst>
              <a:ext uri="{FF2B5EF4-FFF2-40B4-BE49-F238E27FC236}">
                <a16:creationId xmlns:a16="http://schemas.microsoft.com/office/drawing/2014/main" id="{E197A167-D50F-4C0F-A791-9C0CB80622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01932" y="2761195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37" name="Espace réservé du texte 19">
            <a:extLst>
              <a:ext uri="{FF2B5EF4-FFF2-40B4-BE49-F238E27FC236}">
                <a16:creationId xmlns:a16="http://schemas.microsoft.com/office/drawing/2014/main" id="{34BEF941-6A04-43A3-8BC1-0EAED46BB8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8763" y="2076014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38" name="Espace réservé du texte 24">
            <a:extLst>
              <a:ext uri="{FF2B5EF4-FFF2-40B4-BE49-F238E27FC236}">
                <a16:creationId xmlns:a16="http://schemas.microsoft.com/office/drawing/2014/main" id="{F0D534E3-7461-41E7-A26A-FEA6475E14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8763" y="1761593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39" name="Espace réservé du texte 24">
            <a:extLst>
              <a:ext uri="{FF2B5EF4-FFF2-40B4-BE49-F238E27FC236}">
                <a16:creationId xmlns:a16="http://schemas.microsoft.com/office/drawing/2014/main" id="{C8881E7C-3FB6-4859-A086-17F3735907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6771" y="2782507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40" name="Espace réservé du texte 19">
            <a:extLst>
              <a:ext uri="{FF2B5EF4-FFF2-40B4-BE49-F238E27FC236}">
                <a16:creationId xmlns:a16="http://schemas.microsoft.com/office/drawing/2014/main" id="{A9E255BB-235E-4A70-AF50-2EF7B8FBDC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0254" y="2076014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41" name="Espace réservé du texte 24">
            <a:extLst>
              <a:ext uri="{FF2B5EF4-FFF2-40B4-BE49-F238E27FC236}">
                <a16:creationId xmlns:a16="http://schemas.microsoft.com/office/drawing/2014/main" id="{C41C2F5E-ECBC-4378-9CC8-44C71792E6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70253" y="1761593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42" name="Espace réservé du texte 24">
            <a:extLst>
              <a:ext uri="{FF2B5EF4-FFF2-40B4-BE49-F238E27FC236}">
                <a16:creationId xmlns:a16="http://schemas.microsoft.com/office/drawing/2014/main" id="{669167A9-868C-40D3-B47B-D9B5F237E8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48261" y="2782507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43" name="Espace réservé du texte 19">
            <a:extLst>
              <a:ext uri="{FF2B5EF4-FFF2-40B4-BE49-F238E27FC236}">
                <a16:creationId xmlns:a16="http://schemas.microsoft.com/office/drawing/2014/main" id="{31479C47-D8A4-4423-BD3C-75C1C5592B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40854" y="2076014"/>
            <a:ext cx="2262580" cy="685181"/>
          </a:xfrm>
          <a:prstGeom prst="rect">
            <a:avLst/>
          </a:prstGeom>
          <a:noFill/>
          <a:ln w="19050">
            <a:noFill/>
          </a:ln>
        </p:spPr>
        <p:txBody>
          <a:bodyPr lIns="91440" tIns="0" bIns="0" anchor="ctr"/>
          <a:lstStyle>
            <a:lvl1pPr marL="0" indent="0" algn="ctr">
              <a:buNone/>
              <a:defRPr sz="4267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€100B</a:t>
            </a:r>
            <a:endParaRPr lang="fr-FR"/>
          </a:p>
        </p:txBody>
      </p:sp>
      <p:sp>
        <p:nvSpPr>
          <p:cNvPr id="44" name="Espace réservé du texte 24">
            <a:extLst>
              <a:ext uri="{FF2B5EF4-FFF2-40B4-BE49-F238E27FC236}">
                <a16:creationId xmlns:a16="http://schemas.microsoft.com/office/drawing/2014/main" id="{2EAA3A2F-3617-4D88-9B89-106566AF97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0853" y="1761593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Intro text-1 line</a:t>
            </a:r>
            <a:endParaRPr lang="fr-FR"/>
          </a:p>
        </p:txBody>
      </p:sp>
      <p:sp>
        <p:nvSpPr>
          <p:cNvPr id="45" name="Espace réservé du texte 24">
            <a:extLst>
              <a:ext uri="{FF2B5EF4-FFF2-40B4-BE49-F238E27FC236}">
                <a16:creationId xmlns:a16="http://schemas.microsoft.com/office/drawing/2014/main" id="{2F36A436-FCDB-4262-98D9-6C2E386466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18861" y="2782507"/>
            <a:ext cx="2299080" cy="313887"/>
          </a:xfrm>
          <a:prstGeom prst="rect">
            <a:avLst/>
          </a:prstGeom>
        </p:spPr>
        <p:txBody>
          <a:bodyPr lIns="91440" tIns="0" rIns="0" bIns="0"/>
          <a:lstStyle>
            <a:lvl1pPr marL="0" indent="0" algn="l">
              <a:buClr>
                <a:schemeClr val="tx2"/>
              </a:buClr>
              <a:buSzPct val="120000"/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Explanatory text</a:t>
            </a:r>
            <a:endParaRPr lang="fr-FR"/>
          </a:p>
        </p:txBody>
      </p:sp>
      <p:sp>
        <p:nvSpPr>
          <p:cNvPr id="46" name="Espace réservé du texte 11">
            <a:extLst>
              <a:ext uri="{FF2B5EF4-FFF2-40B4-BE49-F238E27FC236}">
                <a16:creationId xmlns:a16="http://schemas.microsoft.com/office/drawing/2014/main" id="{8EDCA430-59DB-4514-8AB1-8077BAA23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3485" y="3621659"/>
            <a:ext cx="6622460" cy="2758216"/>
          </a:xfrm>
          <a:prstGeom prst="rect">
            <a:avLst/>
          </a:prstGeom>
        </p:spPr>
        <p:txBody>
          <a:bodyPr vert="horz" lIns="0" tIns="0" rIns="0" bIns="0"/>
          <a:lstStyle>
            <a:lvl1pPr marL="306910" indent="-306910">
              <a:buClr>
                <a:schemeClr val="tx2"/>
              </a:buClr>
              <a:buSzPct val="120000"/>
              <a:buFont typeface="Wingdings" panose="05000000000000000000" pitchFamily="2" charset="2"/>
              <a:buChar char="§"/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marL="842420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 baseline="0">
                <a:solidFill>
                  <a:schemeClr val="tx1"/>
                </a:solidFill>
                <a:latin typeface="+mn-lt"/>
                <a:cs typeface="Arial"/>
              </a:defRPr>
            </a:lvl2pPr>
            <a:lvl3pPr marL="1263631" indent="-284937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  <a:cs typeface="Arial"/>
              </a:defRPr>
            </a:lvl3pPr>
            <a:lvl4pPr marL="1536179" indent="-272548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4pPr>
            <a:lvl5pPr marL="1821116" indent="-284937">
              <a:buClr>
                <a:schemeClr val="tx2"/>
              </a:buClr>
              <a:buFont typeface="Wingdings" panose="05000000000000000000" pitchFamily="2" charset="2"/>
              <a:buChar char="§"/>
              <a:defRPr sz="1467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688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077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4"/>
          <p:cNvSpPr txBox="1">
            <a:spLocks/>
          </p:cNvSpPr>
          <p:nvPr/>
        </p:nvSpPr>
        <p:spPr>
          <a:xfrm>
            <a:off x="11262" y="6483880"/>
            <a:ext cx="824796" cy="332848"/>
          </a:xfrm>
          <a:prstGeom prst="rect">
            <a:avLst/>
          </a:prstGeom>
        </p:spPr>
        <p:txBody>
          <a:bodyPr vert="horz" lIns="108837" tIns="54419" rIns="108837" bIns="54419" rtlCol="0" anchor="ctr"/>
          <a:lstStyle>
            <a:lvl1pPr>
              <a:defRPr>
                <a:latin typeface="+mj-lt"/>
              </a:defRPr>
            </a:lvl1pPr>
          </a:lstStyle>
          <a:p>
            <a:pPr marL="0" marR="0" lvl="0" indent="0" algn="ctr" defTabSz="10883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8FEFB8-6B6E-4DC1-A5E4-A1258711B442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itchFamily="34" charset="0"/>
                <a:ea typeface="+mn-ea"/>
                <a:cs typeface="Arial" pitchFamily="34" charset="0"/>
              </a:rPr>
              <a:pPr marL="0" marR="0" lvl="0" indent="0" algn="ctr" defTabSz="10883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2331989" y="90553"/>
            <a:ext cx="1662232" cy="5126907"/>
            <a:chOff x="9248992" y="67914"/>
            <a:chExt cx="1246674" cy="3845180"/>
          </a:xfrm>
        </p:grpSpPr>
        <p:grpSp>
          <p:nvGrpSpPr>
            <p:cNvPr id="10" name="Group 9"/>
            <p:cNvGrpSpPr/>
            <p:nvPr userDrawn="1"/>
          </p:nvGrpSpPr>
          <p:grpSpPr>
            <a:xfrm>
              <a:off x="9248992" y="87590"/>
              <a:ext cx="640080" cy="3385434"/>
              <a:chOff x="9795372" y="-55846"/>
              <a:chExt cx="640080" cy="3385434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9795372" y="-55846"/>
                <a:ext cx="640080" cy="223235"/>
              </a:xfrm>
              <a:prstGeom prst="rect">
                <a:avLst/>
              </a:prstGeom>
              <a:solidFill>
                <a:srgbClr val="00008F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AXA</a:t>
                </a:r>
                <a:r>
                  <a:rPr lang="de-CH" sz="667" b="1" baseline="0">
                    <a:latin typeface="+mj-lt"/>
                  </a:rPr>
                  <a:t> Blue</a:t>
                </a:r>
                <a:endParaRPr lang="de-CH" sz="667" b="1">
                  <a:latin typeface="+mj-lt"/>
                </a:endParaRPr>
              </a:p>
              <a:p>
                <a:pPr lvl="0" algn="l"/>
                <a:r>
                  <a:rPr lang="de-CH" sz="667">
                    <a:latin typeface="+mj-lt"/>
                  </a:rPr>
                  <a:t>RGB</a:t>
                </a:r>
                <a:r>
                  <a:rPr lang="de-CH" sz="667" baseline="0">
                    <a:latin typeface="+mj-lt"/>
                  </a:rPr>
                  <a:t> </a:t>
                </a:r>
                <a:r>
                  <a:rPr lang="de-CH" sz="667">
                    <a:latin typeface="+mj-lt"/>
                  </a:rPr>
                  <a:t>0/0/143</a:t>
                </a:r>
              </a:p>
            </p:txBody>
          </p:sp>
          <p:sp>
            <p:nvSpPr>
              <p:cNvPr id="21" name="TextBox 20"/>
              <p:cNvSpPr txBox="1"/>
              <p:nvPr userDrawn="1"/>
            </p:nvSpPr>
            <p:spPr>
              <a:xfrm>
                <a:off x="9795372" y="141792"/>
                <a:ext cx="640080" cy="223234"/>
              </a:xfrm>
              <a:prstGeom prst="rect">
                <a:avLst/>
              </a:prstGeom>
              <a:solidFill>
                <a:srgbClr val="FF1721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AXA</a:t>
                </a:r>
                <a:r>
                  <a:rPr lang="de-CH" sz="667" b="1" baseline="0">
                    <a:latin typeface="+mj-lt"/>
                  </a:rPr>
                  <a:t> Red</a:t>
                </a:r>
                <a:endParaRPr lang="de-CH" sz="667" b="1">
                  <a:latin typeface="+mj-lt"/>
                </a:endParaRPr>
              </a:p>
              <a:p>
                <a:pPr lvl="0" algn="l"/>
                <a:r>
                  <a:rPr lang="de-CH" sz="667">
                    <a:latin typeface="+mj-lt"/>
                  </a:rPr>
                  <a:t>RGB 255/23/33</a:t>
                </a:r>
              </a:p>
            </p:txBody>
          </p:sp>
          <p:sp>
            <p:nvSpPr>
              <p:cNvPr id="22" name="TextBox 21"/>
              <p:cNvSpPr txBox="1"/>
              <p:nvPr userDrawn="1"/>
            </p:nvSpPr>
            <p:spPr>
              <a:xfrm>
                <a:off x="9795372" y="338154"/>
                <a:ext cx="640080" cy="223234"/>
              </a:xfrm>
              <a:prstGeom prst="rect">
                <a:avLst/>
              </a:prstGeom>
              <a:solidFill>
                <a:srgbClr val="42464D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Steel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66/70/77</a:t>
                </a:r>
              </a:p>
            </p:txBody>
          </p:sp>
          <p:sp>
            <p:nvSpPr>
              <p:cNvPr id="23" name="TextBox 22"/>
              <p:cNvSpPr txBox="1"/>
              <p:nvPr userDrawn="1"/>
            </p:nvSpPr>
            <p:spPr>
              <a:xfrm>
                <a:off x="9795372" y="537066"/>
                <a:ext cx="640080" cy="223234"/>
              </a:xfrm>
              <a:prstGeom prst="rect">
                <a:avLst/>
              </a:prstGeom>
              <a:solidFill>
                <a:srgbClr val="343C3D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Dark Grey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</a:t>
                </a:r>
                <a:r>
                  <a:rPr lang="de-CH" sz="667" baseline="0">
                    <a:latin typeface="+mj-lt"/>
                  </a:rPr>
                  <a:t> 52/60/61</a:t>
                </a:r>
              </a:p>
            </p:txBody>
          </p:sp>
          <p:sp>
            <p:nvSpPr>
              <p:cNvPr id="24" name="TextBox 23"/>
              <p:cNvSpPr txBox="1"/>
              <p:nvPr userDrawn="1"/>
            </p:nvSpPr>
            <p:spPr>
              <a:xfrm>
                <a:off x="9795372" y="734703"/>
                <a:ext cx="640080" cy="223234"/>
              </a:xfrm>
              <a:prstGeom prst="rect">
                <a:avLst/>
              </a:prstGeom>
              <a:solidFill>
                <a:srgbClr val="BC9D45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Apache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188/157/69</a:t>
                </a:r>
              </a:p>
            </p:txBody>
          </p:sp>
          <p:sp>
            <p:nvSpPr>
              <p:cNvPr id="25" name="TextBox 24"/>
              <p:cNvSpPr txBox="1"/>
              <p:nvPr userDrawn="1"/>
            </p:nvSpPr>
            <p:spPr>
              <a:xfrm>
                <a:off x="9795372" y="932340"/>
                <a:ext cx="640080" cy="223234"/>
              </a:xfrm>
              <a:prstGeom prst="rect">
                <a:avLst/>
              </a:prstGeom>
              <a:solidFill>
                <a:srgbClr val="F0FF93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solidFill>
                      <a:srgbClr val="00008F"/>
                    </a:solidFill>
                    <a:latin typeface="+mj-lt"/>
                  </a:rPr>
                  <a:t>Acid</a:t>
                </a:r>
              </a:p>
              <a:p>
                <a:pPr lvl="0" algn="l"/>
                <a:r>
                  <a:rPr lang="de-CH" sz="667">
                    <a:solidFill>
                      <a:srgbClr val="00008F"/>
                    </a:solidFill>
                    <a:latin typeface="+mj-lt"/>
                  </a:rPr>
                  <a:t>RGB</a:t>
                </a:r>
                <a:r>
                  <a:rPr lang="de-CH" sz="667" baseline="0">
                    <a:solidFill>
                      <a:srgbClr val="00008F"/>
                    </a:solidFill>
                    <a:latin typeface="+mj-lt"/>
                  </a:rPr>
                  <a:t> 240/255/147</a:t>
                </a:r>
                <a:endParaRPr lang="de-CH" sz="667">
                  <a:solidFill>
                    <a:srgbClr val="00008F"/>
                  </a:solidFill>
                  <a:latin typeface="+mj-lt"/>
                </a:endParaRPr>
              </a:p>
            </p:txBody>
          </p:sp>
          <p:sp>
            <p:nvSpPr>
              <p:cNvPr id="26" name="TextBox 25"/>
              <p:cNvSpPr txBox="1"/>
              <p:nvPr userDrawn="1"/>
            </p:nvSpPr>
            <p:spPr>
              <a:xfrm>
                <a:off x="9795372" y="1129977"/>
                <a:ext cx="640080" cy="223234"/>
              </a:xfrm>
              <a:prstGeom prst="rect">
                <a:avLst/>
              </a:prstGeom>
              <a:solidFill>
                <a:srgbClr val="9FD9B4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solidFill>
                      <a:srgbClr val="00008F"/>
                    </a:solidFill>
                    <a:latin typeface="+mj-lt"/>
                  </a:rPr>
                  <a:t>Aqua Green</a:t>
                </a:r>
              </a:p>
              <a:p>
                <a:pPr lvl="0" algn="l"/>
                <a:r>
                  <a:rPr lang="de-CH" sz="667">
                    <a:solidFill>
                      <a:srgbClr val="00008F"/>
                    </a:solidFill>
                    <a:latin typeface="+mj-lt"/>
                  </a:rPr>
                  <a:t>RGB 159/217/180</a:t>
                </a:r>
              </a:p>
            </p:txBody>
          </p:sp>
          <p:sp>
            <p:nvSpPr>
              <p:cNvPr id="27" name="TextBox 26"/>
              <p:cNvSpPr txBox="1"/>
              <p:nvPr userDrawn="1"/>
            </p:nvSpPr>
            <p:spPr>
              <a:xfrm>
                <a:off x="9795372" y="1327614"/>
                <a:ext cx="640080" cy="223234"/>
              </a:xfrm>
              <a:prstGeom prst="rect">
                <a:avLst/>
              </a:prstGeom>
              <a:solidFill>
                <a:srgbClr val="668980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Viridian Green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</a:t>
                </a:r>
                <a:r>
                  <a:rPr lang="de-CH" sz="667" baseline="0">
                    <a:latin typeface="+mj-lt"/>
                  </a:rPr>
                  <a:t> 102/137/128</a:t>
                </a:r>
                <a:endParaRPr lang="de-CH" sz="667">
                  <a:latin typeface="+mj-lt"/>
                </a:endParaRP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9795372" y="1525251"/>
                <a:ext cx="640080" cy="223234"/>
              </a:xfrm>
              <a:prstGeom prst="rect">
                <a:avLst/>
              </a:prstGeom>
              <a:solidFill>
                <a:srgbClr val="9FBEAF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Grey</a:t>
                </a:r>
                <a:r>
                  <a:rPr lang="de-CH" sz="667" b="1" baseline="0">
                    <a:latin typeface="+mj-lt"/>
                  </a:rPr>
                  <a:t>joy</a:t>
                </a:r>
                <a:endParaRPr lang="de-CH" sz="667" b="1">
                  <a:latin typeface="+mj-lt"/>
                </a:endParaRPr>
              </a:p>
              <a:p>
                <a:pPr lvl="0" algn="l"/>
                <a:r>
                  <a:rPr lang="de-CH" sz="667">
                    <a:latin typeface="+mj-lt"/>
                  </a:rPr>
                  <a:t>RGB</a:t>
                </a:r>
                <a:r>
                  <a:rPr lang="de-CH" sz="667" baseline="0">
                    <a:latin typeface="+mj-lt"/>
                  </a:rPr>
                  <a:t> 159/190/175</a:t>
                </a:r>
                <a:endParaRPr lang="de-CH" sz="667">
                  <a:latin typeface="+mj-lt"/>
                </a:endParaRPr>
              </a:p>
            </p:txBody>
          </p:sp>
          <p:sp>
            <p:nvSpPr>
              <p:cNvPr id="29" name="TextBox 28"/>
              <p:cNvSpPr txBox="1"/>
              <p:nvPr userDrawn="1"/>
            </p:nvSpPr>
            <p:spPr>
              <a:xfrm>
                <a:off x="9795372" y="1722887"/>
                <a:ext cx="640080" cy="223234"/>
              </a:xfrm>
              <a:prstGeom prst="rect">
                <a:avLst/>
              </a:prstGeom>
              <a:solidFill>
                <a:srgbClr val="027180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Teal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2/113/128</a:t>
                </a:r>
              </a:p>
            </p:txBody>
          </p:sp>
          <p:sp>
            <p:nvSpPr>
              <p:cNvPr id="30" name="TextBox 29"/>
              <p:cNvSpPr txBox="1"/>
              <p:nvPr userDrawn="1"/>
            </p:nvSpPr>
            <p:spPr>
              <a:xfrm>
                <a:off x="9795372" y="1920524"/>
                <a:ext cx="640080" cy="223234"/>
              </a:xfrm>
              <a:prstGeom prst="rect">
                <a:avLst/>
              </a:prstGeom>
              <a:solidFill>
                <a:srgbClr val="00ADC6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Pacific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0/173/198</a:t>
                </a:r>
              </a:p>
            </p:txBody>
          </p:sp>
          <p:sp>
            <p:nvSpPr>
              <p:cNvPr id="31" name="TextBox 30"/>
              <p:cNvSpPr txBox="1"/>
              <p:nvPr userDrawn="1"/>
            </p:nvSpPr>
            <p:spPr>
              <a:xfrm>
                <a:off x="9795372" y="2118161"/>
                <a:ext cx="640080" cy="223234"/>
              </a:xfrm>
              <a:prstGeom prst="rect">
                <a:avLst/>
              </a:prstGeom>
              <a:solidFill>
                <a:srgbClr val="E196AA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Azalea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225/150/170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>
                <a:off x="9795372" y="2315798"/>
                <a:ext cx="640080" cy="223234"/>
              </a:xfrm>
              <a:prstGeom prst="rect">
                <a:avLst/>
              </a:prstGeom>
              <a:solidFill>
                <a:srgbClr val="FAD6D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solidFill>
                      <a:srgbClr val="00008F"/>
                    </a:solidFill>
                    <a:latin typeface="+mj-lt"/>
                  </a:rPr>
                  <a:t>Cotton Candy</a:t>
                </a:r>
              </a:p>
              <a:p>
                <a:pPr lvl="0" algn="l"/>
                <a:r>
                  <a:rPr lang="de-CH" sz="667">
                    <a:solidFill>
                      <a:srgbClr val="00008F"/>
                    </a:solidFill>
                    <a:latin typeface="+mj-lt"/>
                  </a:rPr>
                  <a:t>RGB 255/214/222</a:t>
                </a:r>
              </a:p>
            </p:txBody>
          </p:sp>
          <p:sp>
            <p:nvSpPr>
              <p:cNvPr id="33" name="TextBox 32"/>
              <p:cNvSpPr txBox="1"/>
              <p:nvPr userDrawn="1"/>
            </p:nvSpPr>
            <p:spPr>
              <a:xfrm>
                <a:off x="9795372" y="2513435"/>
                <a:ext cx="640080" cy="223234"/>
              </a:xfrm>
              <a:prstGeom prst="rect">
                <a:avLst/>
              </a:prstGeom>
              <a:solidFill>
                <a:srgbClr val="91411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Tosca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145/65/70</a:t>
                </a:r>
              </a:p>
            </p:txBody>
          </p:sp>
          <p:sp>
            <p:nvSpPr>
              <p:cNvPr id="34" name="TextBox 33"/>
              <p:cNvSpPr txBox="1"/>
              <p:nvPr userDrawn="1"/>
            </p:nvSpPr>
            <p:spPr>
              <a:xfrm>
                <a:off x="9795372" y="2711073"/>
                <a:ext cx="640080" cy="223234"/>
              </a:xfrm>
              <a:prstGeom prst="rect">
                <a:avLst/>
              </a:prstGeom>
              <a:solidFill>
                <a:srgbClr val="FCD385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solidFill>
                      <a:srgbClr val="00008F"/>
                    </a:solidFill>
                    <a:latin typeface="+mj-lt"/>
                  </a:rPr>
                  <a:t>Dune</a:t>
                </a:r>
              </a:p>
              <a:p>
                <a:pPr lvl="0" algn="l"/>
                <a:r>
                  <a:rPr lang="de-CH" sz="667">
                    <a:solidFill>
                      <a:srgbClr val="00008F"/>
                    </a:solidFill>
                    <a:latin typeface="+mj-lt"/>
                  </a:rPr>
                  <a:t>RGB 252/211/133</a:t>
                </a:r>
              </a:p>
            </p:txBody>
          </p:sp>
          <p:sp>
            <p:nvSpPr>
              <p:cNvPr id="35" name="TextBox 34"/>
              <p:cNvSpPr txBox="1"/>
              <p:nvPr userDrawn="1"/>
            </p:nvSpPr>
            <p:spPr>
              <a:xfrm>
                <a:off x="9795372" y="2908710"/>
                <a:ext cx="640080" cy="223234"/>
              </a:xfrm>
              <a:prstGeom prst="rect">
                <a:avLst/>
              </a:prstGeom>
              <a:solidFill>
                <a:srgbClr val="9190AC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latin typeface="+mj-lt"/>
                  </a:rPr>
                  <a:t>Logan</a:t>
                </a:r>
              </a:p>
              <a:p>
                <a:pPr lvl="0" algn="l"/>
                <a:r>
                  <a:rPr lang="de-CH" sz="667">
                    <a:latin typeface="+mj-lt"/>
                  </a:rPr>
                  <a:t>RGB 145/144/172</a:t>
                </a:r>
              </a:p>
            </p:txBody>
          </p:sp>
          <p:sp>
            <p:nvSpPr>
              <p:cNvPr id="36" name="TextBox 35"/>
              <p:cNvSpPr txBox="1"/>
              <p:nvPr userDrawn="1"/>
            </p:nvSpPr>
            <p:spPr>
              <a:xfrm>
                <a:off x="9795372" y="3106354"/>
                <a:ext cx="640080" cy="223234"/>
              </a:xfrm>
              <a:prstGeom prst="rect">
                <a:avLst/>
              </a:prstGeom>
              <a:solidFill>
                <a:srgbClr val="B5D0EE"/>
              </a:solidFill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algn="ctr">
                  <a:defRPr sz="900">
                    <a:solidFill>
                      <a:schemeClr val="bg1"/>
                    </a:solidFill>
                  </a:defRPr>
                </a:lvl1pPr>
              </a:lstStyle>
              <a:p>
                <a:pPr lvl="0" algn="l"/>
                <a:r>
                  <a:rPr lang="de-CH" sz="667" b="1">
                    <a:solidFill>
                      <a:srgbClr val="00008F"/>
                    </a:solidFill>
                    <a:latin typeface="+mj-lt"/>
                  </a:rPr>
                  <a:t>Igloo</a:t>
                </a:r>
              </a:p>
              <a:p>
                <a:pPr lvl="0" algn="l"/>
                <a:r>
                  <a:rPr lang="de-CH" sz="667">
                    <a:solidFill>
                      <a:srgbClr val="00008F"/>
                    </a:solidFill>
                    <a:latin typeface="+mj-lt"/>
                  </a:rPr>
                  <a:t>RGB 181/208/238</a:t>
                </a:r>
              </a:p>
            </p:txBody>
          </p:sp>
        </p:grp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9072" y="67914"/>
              <a:ext cx="606594" cy="3845180"/>
            </a:xfrm>
            <a:prstGeom prst="rect">
              <a:avLst/>
            </a:prstGeom>
          </p:spPr>
        </p:pic>
      </p:grpSp>
      <p:sp>
        <p:nvSpPr>
          <p:cNvPr id="37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Source Sans Pro" pitchFamily="34" charset="0"/>
              </a:defRPr>
            </a:lvl1pPr>
          </a:lstStyle>
          <a:p>
            <a:r>
              <a:rPr lang="en-US" noProof="0"/>
              <a:t>Title of the presentation l Date</a:t>
            </a:r>
          </a:p>
        </p:txBody>
      </p:sp>
      <p:sp>
        <p:nvSpPr>
          <p:cNvPr id="38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Source Sans Pro" pitchFamily="34" charset="0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69056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</p:sldLayoutIdLst>
  <p:hf sldNum="0" hdr="0"/>
  <p:txStyles>
    <p:titleStyle>
      <a:lvl1pPr algn="ctr" defTabSz="1087546" rtl="0" eaLnBrk="1" fontAlgn="base" hangingPunct="1">
        <a:spcBef>
          <a:spcPct val="0"/>
        </a:spcBef>
        <a:spcAft>
          <a:spcPct val="0"/>
        </a:spcAft>
        <a:defRPr sz="5333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2pPr>
      <a:lvl3pPr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3pPr>
      <a:lvl4pPr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4pPr>
      <a:lvl5pPr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5pPr>
      <a:lvl6pPr marL="713469"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6pPr>
      <a:lvl7pPr marL="1426938"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7pPr>
      <a:lvl8pPr marL="2140408"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8pPr>
      <a:lvl9pPr marL="2853878" algn="ctr" defTabSz="1087546" rtl="0" eaLnBrk="1" fontAlgn="base" hangingPunct="1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9pPr>
    </p:titleStyle>
    <p:bodyStyle>
      <a:lvl1pPr marL="406282" indent="-406282" algn="l" defTabSz="1087546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881927" indent="-339396" algn="l" defTabSz="1087546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333" kern="1200">
          <a:solidFill>
            <a:schemeClr val="tx1"/>
          </a:solidFill>
          <a:latin typeface="+mn-lt"/>
          <a:ea typeface="+mn-ea"/>
          <a:cs typeface="+mn-cs"/>
        </a:defRPr>
      </a:lvl2pPr>
      <a:lvl3pPr marL="1360050" indent="-270029" algn="l" defTabSz="1087546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902584" indent="-270029" algn="l" defTabSz="1087546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596" indent="-270029" algn="l" defTabSz="1087546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2505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596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0687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4778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092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183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275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6366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0460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4549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8641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2733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11" Type="http://schemas.openxmlformats.org/officeDocument/2006/relationships/image" Target="../media/image2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25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E97A5-E478-AE97-B802-DDA30941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Functional Teams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2205C9-24E2-759B-B556-1EB6469571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 IT, March-26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47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AF5C-4654-CDEA-C4BE-73CE6331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6036-28DD-CA09-22DD-8BDF352D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&amp; Responsibilities</a:t>
            </a:r>
            <a:endParaRPr lang="en-GB" noProof="0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63226DC-FD54-1276-276A-A35EA5B6EB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084" y="1204377"/>
            <a:ext cx="11488577" cy="48782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400" dirty="0"/>
              <a:t>Functional Teams exist to provide: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a structured and governed approach to the intake, prioritisation and implementation of small changes* to Re IT applications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noProof="0" dirty="0"/>
              <a:t>a forum which enables Business colleagues to discuss &amp; receive updates on ongoing application production issues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400" noProof="0" dirty="0"/>
              <a:t>The Teams are aligned functionally, comprising Business colleagues with a split across regional &amp; operational colleagues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400" dirty="0"/>
              <a:t>Re IT is represented by an aligned Business Analyst &amp; the Application Manager(s) for the application(s) used by the business function</a:t>
            </a:r>
            <a:endParaRPr lang="en-GB" sz="1400" noProof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400" dirty="0"/>
              <a:t>Functional Teams are led by a Functional Lead, an individual from the Business who</a:t>
            </a:r>
            <a:r>
              <a:rPr lang="en-US" sz="1400" dirty="0">
                <a:solidFill>
                  <a:srgbClr val="111827"/>
                </a:solidFill>
              </a:rPr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111827"/>
                </a:solidFill>
              </a:rPr>
              <a:t>represents their respective functions on behalf of the segment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111827"/>
                </a:solidFill>
              </a:rPr>
              <a:t>has ultimate decision-making power for the group with regards approvals &amp; prioritization of small enhancements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GB" sz="1400" dirty="0"/>
              <a:t>The business colleagues within the Team are responsible for: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assessing and ranking proposed changes, based on business impact and urgency, whilst also considering alignment with organisational strategy and resource availability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maintaining awareness of the IT release schedule, ensuring colleagues are aligned to support timely testing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ensuring all changes being tested meet the expectations both in terms of functionality and quality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providing a sign-off for small change releases, in line with defined audit controls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maintaining awareness of production fixes &amp; supporting testing and sign-off of those items as required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GB" sz="1200" dirty="0"/>
              <a:t>the dissemination of relevant information both from &amp; to their colleagues across the Function  </a:t>
            </a:r>
          </a:p>
          <a:p>
            <a:pPr marL="362240" indent="-285750"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rgbClr val="111827"/>
                </a:solidFill>
              </a:rPr>
              <a:t>On a periodic basis the Functional Team will also receive updates from the IT Business Partner as to:</a:t>
            </a:r>
          </a:p>
          <a:p>
            <a:pPr marL="842389" lvl="1" indent="-285750"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111827"/>
                </a:solidFill>
              </a:rPr>
              <a:t>the strategic IT roadmap &amp; the status of projects being undertaken that impact the Functional Teams</a:t>
            </a:r>
          </a:p>
          <a:p>
            <a:pPr marL="360890">
              <a:spcBef>
                <a:spcPts val="0"/>
              </a:spcBef>
              <a:spcAft>
                <a:spcPts val="600"/>
              </a:spcAft>
            </a:pPr>
            <a:r>
              <a:rPr lang="en-GB" sz="1400" noProof="0" dirty="0"/>
              <a:t>Functional Teams will meet monthly, unless agreed otherwise by the Functional Team Lead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4E74A91F-88FE-5698-AB42-AD88BCA574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GB" noProof="0" dirty="0">
                <a:solidFill>
                  <a:schemeClr val="tx1"/>
                </a:solidFill>
              </a:rPr>
              <a:t>INTERNAL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3F7C0-80CE-D9A7-10FB-3DAD2FD63348}"/>
              </a:ext>
            </a:extLst>
          </p:cNvPr>
          <p:cNvSpPr txBox="1"/>
          <p:nvPr/>
        </p:nvSpPr>
        <p:spPr bwMode="auto">
          <a:xfrm>
            <a:off x="8010939" y="83493"/>
            <a:ext cx="405469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dirty="0">
                <a:solidFill>
                  <a:srgbClr val="404040"/>
                </a:solidFill>
                <a:latin typeface="+mj-lt"/>
                <a:cs typeface="Arial" pitchFamily="34" charset="0"/>
              </a:rPr>
              <a:t>* Small Change – </a:t>
            </a:r>
            <a:r>
              <a:rPr lang="en-US" sz="800" dirty="0"/>
              <a:t>an enhancement that is estimated to be less that $80k in IT effort, &amp; also one which will not change the system from an architecture perspective. It is accepted that at the time of raising a request it may not be clear whether the $80k limit is exceeded &amp;/or there is an architecture impact. The Business Analyst will therefore assess the demand &amp; if appropriate will pass it onto the IT Business Partner</a:t>
            </a:r>
            <a:endParaRPr lang="en-GB" sz="800" dirty="0" err="1">
              <a:solidFill>
                <a:srgbClr val="404040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64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6880-DBA1-966A-5998-55EC7A62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D415B69-4F9A-A467-AE09-C4BFCD50A35D}"/>
              </a:ext>
            </a:extLst>
          </p:cNvPr>
          <p:cNvSpPr/>
          <p:nvPr/>
        </p:nvSpPr>
        <p:spPr>
          <a:xfrm>
            <a:off x="70811" y="1591400"/>
            <a:ext cx="1916251" cy="4709686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89D54-9277-FA79-737C-D2A86521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Functional Teams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3D09-2795-524F-09F5-2E3D5885B6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The Role of Team Members at a Glance</a:t>
            </a:r>
            <a:endParaRPr lang="en-GB" noProof="0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9BC5BFB-73DD-6450-71E2-36909D0D91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GB" noProof="0" dirty="0">
                <a:solidFill>
                  <a:schemeClr val="tx1"/>
                </a:solidFill>
              </a:rPr>
              <a:t>INTERNAL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2D98BDF-9D61-BA71-4206-4CB89A9DDF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2991887"/>
              </p:ext>
            </p:extLst>
          </p:nvPr>
        </p:nvGraphicFramePr>
        <p:xfrm>
          <a:off x="4608146" y="1532260"/>
          <a:ext cx="6786685" cy="4768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Graphic 12" descr="Judge male with solid fill">
            <a:extLst>
              <a:ext uri="{FF2B5EF4-FFF2-40B4-BE49-F238E27FC236}">
                <a16:creationId xmlns:a16="http://schemas.microsoft.com/office/drawing/2014/main" id="{4B90FDE4-5835-68EF-B150-EF57E6276C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534" y="2616861"/>
            <a:ext cx="1351086" cy="1351086"/>
          </a:xfrm>
          <a:prstGeom prst="rect">
            <a:avLst/>
          </a:prstGeom>
        </p:spPr>
      </p:pic>
      <p:pic>
        <p:nvPicPr>
          <p:cNvPr id="15" name="Graphic 14" descr="Two Men with solid fill">
            <a:extLst>
              <a:ext uri="{FF2B5EF4-FFF2-40B4-BE49-F238E27FC236}">
                <a16:creationId xmlns:a16="http://schemas.microsoft.com/office/drawing/2014/main" id="{74DDADD3-A5EC-55B7-45C2-AD2731D63B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71591" y="2695495"/>
            <a:ext cx="1221178" cy="122117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6D59FB5-0F3C-D054-C78D-1D12DCA74AAD}"/>
              </a:ext>
            </a:extLst>
          </p:cNvPr>
          <p:cNvSpPr/>
          <p:nvPr/>
        </p:nvSpPr>
        <p:spPr>
          <a:xfrm>
            <a:off x="263770" y="4108624"/>
            <a:ext cx="1723292" cy="1651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Chairs meeting</a:t>
            </a:r>
          </a:p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Ultimate decision maker</a:t>
            </a:r>
          </a:p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Approves changes to the Team membership</a:t>
            </a:r>
            <a:endParaRPr lang="en-GB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0FAD9F-D8FC-CDCC-CB35-F8192A178A93}"/>
              </a:ext>
            </a:extLst>
          </p:cNvPr>
          <p:cNvSpPr/>
          <p:nvPr/>
        </p:nvSpPr>
        <p:spPr>
          <a:xfrm>
            <a:off x="2144015" y="4357701"/>
            <a:ext cx="1889062" cy="1651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Schedule meeting (BA)</a:t>
            </a:r>
          </a:p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Prepares material (BA with inputs from Functional Team Lead &amp; App Manager)</a:t>
            </a:r>
          </a:p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Prepares t-shirt estimates for new small change proposals (BA)</a:t>
            </a:r>
            <a:endParaRPr lang="en-GB" sz="1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44C961-1092-3187-E2D8-6FE0BCF1596F}"/>
              </a:ext>
            </a:extLst>
          </p:cNvPr>
          <p:cNvSpPr/>
          <p:nvPr/>
        </p:nvSpPr>
        <p:spPr>
          <a:xfrm>
            <a:off x="207431" y="1450723"/>
            <a:ext cx="1723292" cy="32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Functional Team </a:t>
            </a:r>
          </a:p>
          <a:p>
            <a:pPr algn="ctr"/>
            <a:r>
              <a:rPr lang="en-US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Lead</a:t>
            </a:r>
            <a:endParaRPr lang="en-GB" sz="14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6F93-1741-6C8A-0BC6-006A36850ECA}"/>
              </a:ext>
            </a:extLst>
          </p:cNvPr>
          <p:cNvSpPr/>
          <p:nvPr/>
        </p:nvSpPr>
        <p:spPr>
          <a:xfrm>
            <a:off x="2173165" y="1591400"/>
            <a:ext cx="1916251" cy="4709686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906475-BA3C-6621-8A35-30F06399CA9B}"/>
              </a:ext>
            </a:extLst>
          </p:cNvPr>
          <p:cNvSpPr/>
          <p:nvPr/>
        </p:nvSpPr>
        <p:spPr>
          <a:xfrm>
            <a:off x="4300491" y="1591400"/>
            <a:ext cx="7356704" cy="4709686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276378-ECCD-B3BC-DEA7-E54FBD050DEC}"/>
              </a:ext>
            </a:extLst>
          </p:cNvPr>
          <p:cNvSpPr/>
          <p:nvPr/>
        </p:nvSpPr>
        <p:spPr>
          <a:xfrm>
            <a:off x="4401254" y="1450723"/>
            <a:ext cx="2296392" cy="32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Functional Team </a:t>
            </a:r>
          </a:p>
          <a:p>
            <a:r>
              <a:rPr lang="en-US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Members</a:t>
            </a:r>
          </a:p>
          <a:p>
            <a:pPr algn="ctr"/>
            <a:endParaRPr lang="en-GB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5" name="Graphic 24" descr="Meeting with solid fill">
            <a:extLst>
              <a:ext uri="{FF2B5EF4-FFF2-40B4-BE49-F238E27FC236}">
                <a16:creationId xmlns:a16="http://schemas.microsoft.com/office/drawing/2014/main" id="{2499F83B-E944-E1A0-B134-8D184903D7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04608" y="1243108"/>
            <a:ext cx="533400" cy="533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B0A3B0-DBDA-53F3-405A-02EE9BA53B21}"/>
              </a:ext>
            </a:extLst>
          </p:cNvPr>
          <p:cNvSpPr/>
          <p:nvPr/>
        </p:nvSpPr>
        <p:spPr>
          <a:xfrm>
            <a:off x="2256221" y="1450723"/>
            <a:ext cx="1723292" cy="32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Business Analyst (BA) &amp; Application Manager </a:t>
            </a:r>
          </a:p>
        </p:txBody>
      </p:sp>
    </p:spTree>
    <p:extLst>
      <p:ext uri="{BB962C8B-B14F-4D97-AF65-F5344CB8AC3E}">
        <p14:creationId xmlns:p14="http://schemas.microsoft.com/office/powerpoint/2010/main" val="48089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24C4-D134-59C4-8088-801E98DA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0374-7542-44B0-2FF8-4D8B118E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Team Members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99866-9F0B-9890-9F9A-965829555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 of 2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A4C677-0FCC-519A-54DA-FCF86F739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4829"/>
              </p:ext>
            </p:extLst>
          </p:nvPr>
        </p:nvGraphicFramePr>
        <p:xfrm>
          <a:off x="353460" y="1316596"/>
          <a:ext cx="11482689" cy="4798395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530722">
                  <a:extLst>
                    <a:ext uri="{9D8B030D-6E8A-4147-A177-3AD203B41FA5}">
                      <a16:colId xmlns:a16="http://schemas.microsoft.com/office/drawing/2014/main" val="357399245"/>
                    </a:ext>
                  </a:extLst>
                </a:gridCol>
                <a:gridCol w="1530722">
                  <a:extLst>
                    <a:ext uri="{9D8B030D-6E8A-4147-A177-3AD203B41FA5}">
                      <a16:colId xmlns:a16="http://schemas.microsoft.com/office/drawing/2014/main" val="1823000134"/>
                    </a:ext>
                  </a:extLst>
                </a:gridCol>
                <a:gridCol w="1530722">
                  <a:extLst>
                    <a:ext uri="{9D8B030D-6E8A-4147-A177-3AD203B41FA5}">
                      <a16:colId xmlns:a16="http://schemas.microsoft.com/office/drawing/2014/main" val="1023469720"/>
                    </a:ext>
                  </a:extLst>
                </a:gridCol>
                <a:gridCol w="6890523">
                  <a:extLst>
                    <a:ext uri="{9D8B030D-6E8A-4147-A177-3AD203B41FA5}">
                      <a16:colId xmlns:a16="http://schemas.microsoft.com/office/drawing/2014/main" val="2607689396"/>
                    </a:ext>
                  </a:extLst>
                </a:gridCol>
              </a:tblGrid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Area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</a:t>
                      </a:r>
                      <a:r>
                        <a:rPr lang="en-GB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Analyst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Manager(s)</a:t>
                      </a:r>
                      <a:endParaRPr lang="en-GB" sz="1200" b="0" noProof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200" b="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Team Members (Lead in bold)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0878467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Treaty UW Processing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Jeff Sandler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Rajat Pathak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Lovenish Kumar, Barbara Spiewak, Sunit Sarkar, Maribeth Presutti, Sophie Legris, Sim Fantin, Erika Kiran</a:t>
                      </a:r>
                      <a:endParaRPr lang="en-GB" sz="1100" noProof="0" dirty="0">
                        <a:highlight>
                          <a:srgbClr val="00FFF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237113441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Facultative UW Processing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Jeff Sandler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Maribeth Presutti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Marie-Sylvie Pioger, Holly Caruso, Rhea Rawal, Corey Brannick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3735661935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Accounting &amp; Cash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Saurabh Soneja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Paul Jones</a:t>
                      </a: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Sabiha Sleiman, Atindra Pande, Michal Wroblewski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466715131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Claims Processing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Elias Achkar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i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Sarah Dykes, </a:t>
                      </a:r>
                      <a:r>
                        <a:rPr lang="en-GB" sz="1100" b="0" i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Clement</a:t>
                      </a:r>
                      <a:r>
                        <a:rPr lang="en-GB" sz="1100" b="1" i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Jourdain, Anna Sokol, David Goddard, Oliwia Prasek, Deepak Asija, Laxmi Gupta, Shama Jay, Kristina Kuhn, Farid Belgana, Anna Grodecka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165811118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Pricing (incl. </a:t>
                      </a:r>
                      <a:r>
                        <a:rPr lang="en-GB" sz="1100" b="1" noProof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</a:t>
                      </a: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Kishore Kothapalli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TBC</a:t>
                      </a:r>
                      <a:endParaRPr lang="en-GB" sz="1100" b="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i="0" u="none" strike="noStrike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Heagy, Steve </a:t>
                      </a:r>
                      <a:r>
                        <a:rPr lang="en-GB" sz="1100" b="0" i="0" u="none" strike="noStrike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Nash, James ; Presutti, Maribeth; Liu, Dongdong; Monika Sosnowy</a:t>
                      </a:r>
                      <a:endParaRPr lang="en-GB" sz="1100" noProof="0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419895332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&amp; Client Intelligence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Claudio Yamauti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Mahesh Kothapally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Hemant Mohnot</a:t>
                      </a:r>
                      <a:r>
                        <a:rPr lang="en-US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Steve Heagy, Magdalena Osinska, Tristan Abend, Simon Penney</a:t>
                      </a:r>
                      <a:endParaRPr lang="en-GB" sz="1100" noProof="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1366475774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 Modelling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Kishore Kothapalli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Rajan Misra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Rakesh Roshan, </a:t>
                      </a:r>
                      <a:r>
                        <a:rPr lang="en-GB" sz="1100" b="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</a:t>
                      </a: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Boaden, Tania Philip, Gwenaelle Barrais, Hitesh Patel, Avinash Mohan, Manish Manral, Vivek Budakoti, Stephen Cole, Gaurav Yadav, Jamie Brook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3624666067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Claudio Yamauti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TBC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Rahul Baveja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David Johnson, Mel Cox, Masha Surette, Carleisha Seymour, Krista Mellor, Daniel </a:t>
                      </a:r>
                      <a:r>
                        <a:rPr lang="en-GB" sz="1100" noProof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Husistein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Nikki Thomas-Bell, Laetitia Fournier, </a:t>
                      </a:r>
                      <a:r>
                        <a:rPr lang="en-GB" sz="1100" u="sng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Optional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Dinesh Kumar, Manoj Kumar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3146982987"/>
                  </a:ext>
                </a:extLst>
              </a:tr>
            </a:tbl>
          </a:graphicData>
        </a:graphic>
      </p:graphicFrame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F0A519F-AC8D-7285-A6BB-B657BD467E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GB" noProof="0" dirty="0">
                <a:solidFill>
                  <a:schemeClr val="tx1"/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149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A771-A68C-A56F-9E5A-88B8D778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Team Members</a:t>
            </a:r>
            <a:endParaRPr lang="en-GB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46F8155-08BB-EA43-ADD6-79D6C20EE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GB" noProof="0" dirty="0">
                <a:solidFill>
                  <a:schemeClr val="tx1"/>
                </a:solidFill>
              </a:rPr>
              <a:t>INTERNAL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653ED9-7520-D9A9-A63B-EEDDC8832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12226"/>
              </p:ext>
            </p:extLst>
          </p:nvPr>
        </p:nvGraphicFramePr>
        <p:xfrm>
          <a:off x="364771" y="1319981"/>
          <a:ext cx="11482689" cy="3732156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530722">
                  <a:extLst>
                    <a:ext uri="{9D8B030D-6E8A-4147-A177-3AD203B41FA5}">
                      <a16:colId xmlns:a16="http://schemas.microsoft.com/office/drawing/2014/main" val="357399245"/>
                    </a:ext>
                  </a:extLst>
                </a:gridCol>
                <a:gridCol w="1530722">
                  <a:extLst>
                    <a:ext uri="{9D8B030D-6E8A-4147-A177-3AD203B41FA5}">
                      <a16:colId xmlns:a16="http://schemas.microsoft.com/office/drawing/2014/main" val="1823000134"/>
                    </a:ext>
                  </a:extLst>
                </a:gridCol>
                <a:gridCol w="1530722">
                  <a:extLst>
                    <a:ext uri="{9D8B030D-6E8A-4147-A177-3AD203B41FA5}">
                      <a16:colId xmlns:a16="http://schemas.microsoft.com/office/drawing/2014/main" val="1023469720"/>
                    </a:ext>
                  </a:extLst>
                </a:gridCol>
                <a:gridCol w="6890523">
                  <a:extLst>
                    <a:ext uri="{9D8B030D-6E8A-4147-A177-3AD203B41FA5}">
                      <a16:colId xmlns:a16="http://schemas.microsoft.com/office/drawing/2014/main" val="2607689396"/>
                    </a:ext>
                  </a:extLst>
                </a:gridCol>
              </a:tblGrid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Area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</a:t>
                      </a:r>
                      <a:r>
                        <a:rPr lang="en-GB" sz="1200" b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Analyst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200" b="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Manager(s)</a:t>
                      </a:r>
                      <a:endParaRPr lang="en-GB" sz="1200" b="0" noProof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200" b="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 Team Members (Lead in bold)</a:t>
                      </a:r>
                    </a:p>
                  </a:txBody>
                  <a:tcPr marL="56921" marR="6325" marT="6325" anchor="ctr"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0878467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Reserving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Claudio Yamauti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TBC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Paola Fontana</a:t>
                      </a:r>
                      <a:r>
                        <a:rPr lang="en-GB" sz="1100" b="0" i="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Dhruv Johar, Gurpreet Singh, Erica Kwon , James Evans, Kshitij Khanduja 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400268236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eCommerce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Elias Achkar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Hughes</a:t>
                      </a: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Tanvi Chopra, Chris Lockwood, Jitu Agarwal, Deepak Asija, Laxmi Gupta, Atindra Pande, Shivani Talwar, Mandeep Singh Kochher, Akriti Arora1, Jyoti Tiwari, Sarah Dykes, Clement Jourdain, Farid Belgana 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3463497976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Ceded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Saurabh Soneja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Deba Sinha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Hillyer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 Vijendra Kumar, Mayank Tuli, Greg Mauduit, Shikha Gill, Jonathan Comber, Julia Burdis</a:t>
                      </a:r>
                      <a:endParaRPr lang="en-GB" sz="1100" noProof="0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3078168350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Facultative Modelling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Denise Graham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Rajan Misra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Blevins, Rose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Hoops, Rachael, Vipul Srivastav, Avinash Mohan</a:t>
                      </a:r>
                    </a:p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Optional:  Maribeth Presutti, Rakesh Roshan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2933267284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Elias Achkar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TBC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Goddard, </a:t>
                      </a:r>
                      <a:r>
                        <a:rPr lang="en-GB" sz="1100" b="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Sarah</a:t>
                      </a:r>
                      <a:r>
                        <a:rPr lang="en-GB" sz="1100" b="1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Bitter, Mikaela O'Brien, Farid Belgana, Kapish Gupta, Clement Jourdain, Deepak Asija, Asha Hassell</a:t>
                      </a: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198530033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b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XPO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Kishore Kothapalli</a:t>
                      </a: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auto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Mahesh Kothapally (interim)</a:t>
                      </a:r>
                      <a:endParaRPr lang="en-GB" sz="1100" noProof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tc>
                  <a:txBody>
                    <a:bodyPr/>
                    <a:lstStyle/>
                    <a:p>
                      <a:pPr marL="0" marR="0" lvl="0" indent="0" algn="l" defTabSz="1088183" rtl="0" eaLnBrk="1" fontAlgn="base" latinLnBrk="0" hangingPunct="1">
                        <a:lnSpc>
                          <a:spcPts val="19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i="0" u="none" strike="noStrike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Monika Akyea, </a:t>
                      </a:r>
                      <a:r>
                        <a:rPr lang="en-GB" sz="1100" b="0" i="0" u="none" strike="noStrike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Dongdong  Liu, Lovleen Kaur, Elizabeth Krissinger, Stefania Pola, Katherine Goodwin, Jonathan John, Rakesh </a:t>
                      </a:r>
                      <a:r>
                        <a:rPr lang="en-GB" sz="1100" b="0" i="0" u="none" strike="noStrike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Roshan, 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Luciana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Chionan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GB" sz="1100" noProof="0" dirty="0"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921" marR="6325" marT="6325" anchor="ctr"/>
                </a:tc>
                <a:extLst>
                  <a:ext uri="{0D108BD9-81ED-4DB2-BD59-A6C34878D82A}">
                    <a16:rowId xmlns:a16="http://schemas.microsoft.com/office/drawing/2014/main" val="1163405196"/>
                  </a:ext>
                </a:extLst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11B78F-FB52-3725-2102-7DA093570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463" y="762274"/>
            <a:ext cx="11482688" cy="380727"/>
          </a:xfrm>
        </p:spPr>
        <p:txBody>
          <a:bodyPr/>
          <a:lstStyle/>
          <a:p>
            <a:r>
              <a:rPr lang="en-US" dirty="0"/>
              <a:t>2of 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44557-96B4-3B34-2C7E-CB397C8DC888}"/>
              </a:ext>
            </a:extLst>
          </p:cNvPr>
          <p:cNvSpPr txBox="1"/>
          <p:nvPr/>
        </p:nvSpPr>
        <p:spPr bwMode="auto">
          <a:xfrm>
            <a:off x="364771" y="5633371"/>
            <a:ext cx="57312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eaLnBrk="1" hangingPunct="1"/>
            <a:r>
              <a:rPr lang="en-GB" sz="1600" dirty="0">
                <a:solidFill>
                  <a:srgbClr val="404040"/>
                </a:solidFill>
                <a:latin typeface="+mj-lt"/>
                <a:cs typeface="Arial" pitchFamily="34" charset="0"/>
              </a:rPr>
              <a:t>Reminder</a:t>
            </a:r>
            <a:r>
              <a:rPr lang="en-GB" sz="1600">
                <a:solidFill>
                  <a:srgbClr val="404040"/>
                </a:solidFill>
                <a:latin typeface="+mj-lt"/>
                <a:cs typeface="Arial" pitchFamily="34" charset="0"/>
              </a:rPr>
              <a:t>: New AI </a:t>
            </a:r>
            <a:r>
              <a:rPr lang="en-GB" sz="1600" dirty="0">
                <a:solidFill>
                  <a:srgbClr val="404040"/>
                </a:solidFill>
                <a:latin typeface="+mj-lt"/>
                <a:cs typeface="Arial" pitchFamily="34" charset="0"/>
              </a:rPr>
              <a:t>demand is to be informed to Lucie Baltesar</a:t>
            </a:r>
          </a:p>
        </p:txBody>
      </p:sp>
    </p:spTree>
    <p:extLst>
      <p:ext uri="{BB962C8B-B14F-4D97-AF65-F5344CB8AC3E}">
        <p14:creationId xmlns:p14="http://schemas.microsoft.com/office/powerpoint/2010/main" val="281225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37A4-2C55-A75C-4BD3-2D41BE4D9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84" y="274638"/>
            <a:ext cx="11488579" cy="470429"/>
          </a:xfrm>
        </p:spPr>
        <p:txBody>
          <a:bodyPr lIns="0" tIns="0" rIns="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>
                <a:latin typeface="+mn-lt"/>
                <a:ea typeface="+mj-ea"/>
                <a:cs typeface="Arial" pitchFamily="34" charset="0"/>
              </a:rPr>
              <a:t>Functional Teams Standard Agenda</a:t>
            </a:r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210F2E4B-7135-D7CD-4555-66F46043E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6641347"/>
              </p:ext>
            </p:extLst>
          </p:nvPr>
        </p:nvGraphicFramePr>
        <p:xfrm>
          <a:off x="353484" y="1325217"/>
          <a:ext cx="11488579" cy="4537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5261190"/>
      </p:ext>
    </p:extLst>
  </p:cSld>
  <p:clrMapOvr>
    <a:masterClrMapping/>
  </p:clrMapOvr>
</p:sld>
</file>

<file path=ppt/theme/theme1.xml><?xml version="1.0" encoding="utf-8"?>
<a:theme xmlns:a="http://schemas.openxmlformats.org/drawingml/2006/main" name="Teal-pacific master template">
  <a:themeElements>
    <a:clrScheme name="AXA XL Colour Theme">
      <a:dk1>
        <a:sysClr val="windowText" lastClr="000000"/>
      </a:dk1>
      <a:lt1>
        <a:sysClr val="window" lastClr="FFFFFF"/>
      </a:lt1>
      <a:dk2>
        <a:srgbClr val="00008F"/>
      </a:dk2>
      <a:lt2>
        <a:srgbClr val="FCD385"/>
      </a:lt2>
      <a:accent1>
        <a:srgbClr val="027180"/>
      </a:accent1>
      <a:accent2>
        <a:srgbClr val="E196AA"/>
      </a:accent2>
      <a:accent3>
        <a:srgbClr val="00AEC6"/>
      </a:accent3>
      <a:accent4>
        <a:srgbClr val="914146"/>
      </a:accent4>
      <a:accent5>
        <a:srgbClr val="42464D"/>
      </a:accent5>
      <a:accent6>
        <a:srgbClr val="BC9D45"/>
      </a:accent6>
      <a:hlink>
        <a:srgbClr val="00008F"/>
      </a:hlink>
      <a:folHlink>
        <a:srgbClr val="BFBFBF"/>
      </a:folHlink>
    </a:clrScheme>
    <a:fontScheme name="charte PPT Axa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 lIns="0" tIns="0" rIns="0" bIns="0" rtlCol="0" anchor="b">
        <a:spAutoFit/>
      </a:bodyPr>
      <a:lstStyle>
        <a:defPPr eaLnBrk="1" hangingPunct="1">
          <a:defRPr sz="1600" dirty="0" err="1" smtClean="0">
            <a:solidFill>
              <a:srgbClr val="404040"/>
            </a:solidFill>
            <a:latin typeface="+mj-lt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to9 template-pacific" id="{341D6515-A282-458A-9071-1B861095B97C}" vid="{6ADFF99B-1A93-43E1-80EA-6369A0A7FE8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DF6B94A7FC0542B3B6C2143C1BD9FE" ma:contentTypeVersion="10" ma:contentTypeDescription="Create a new document." ma:contentTypeScope="" ma:versionID="469cb24b79128c0c215b964efc46ef21">
  <xsd:schema xmlns:xsd="http://www.w3.org/2001/XMLSchema" xmlns:xs="http://www.w3.org/2001/XMLSchema" xmlns:p="http://schemas.microsoft.com/office/2006/metadata/properties" xmlns:ns2="c7b3d326-a467-41ab-b0c7-28773b0c40af" xmlns:ns3="a04770a1-58b4-47d9-a837-1e4d420e1e15" targetNamespace="http://schemas.microsoft.com/office/2006/metadata/properties" ma:root="true" ma:fieldsID="58b0e5ec2250dad92ccc5d4b95335a09" ns2:_="" ns3:_="">
    <xsd:import namespace="c7b3d326-a467-41ab-b0c7-28773b0c40af"/>
    <xsd:import namespace="a04770a1-58b4-47d9-a837-1e4d420e1e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3d326-a467-41ab-b0c7-28773b0c40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770a1-58b4-47d9-a837-1e4d420e1e1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2D732B-9F58-4D7D-B67C-885B21F49BEB}">
  <ds:schemaRefs>
    <ds:schemaRef ds:uri="a04770a1-58b4-47d9-a837-1e4d420e1e15"/>
    <ds:schemaRef ds:uri="c7b3d326-a467-41ab-b0c7-28773b0c40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B60C423-4BD5-4FEF-AF6B-90297CF04798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7b3d326-a467-41ab-b0c7-28773b0c40af"/>
    <ds:schemaRef ds:uri="http://purl.org/dc/elements/1.1/"/>
    <ds:schemaRef ds:uri="a04770a1-58b4-47d9-a837-1e4d420e1e1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E28ADC-9840-428B-B93E-8604888EDA2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608b1d-a8c6-4d15-8d70-1c8023f30311}" enabled="1" method="Privileged" siteId="{53b7cac7-14be-46d4-be43-f2ad9244d90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16to9 template-pacific</Template>
  <TotalTime>16440</TotalTime>
  <Words>1076</Words>
  <Application>Microsoft Office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Source Sans Pro</vt:lpstr>
      <vt:lpstr>Wingdings</vt:lpstr>
      <vt:lpstr>Teal-pacific master template</vt:lpstr>
      <vt:lpstr> Functional Teams</vt:lpstr>
      <vt:lpstr>Objectives &amp; Responsibilities</vt:lpstr>
      <vt:lpstr>Functional Teams Structure</vt:lpstr>
      <vt:lpstr>Functional Team Members</vt:lpstr>
      <vt:lpstr>Functional Team Members</vt:lpstr>
      <vt:lpstr>Functional Teams Standard 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Miller, Elizabeth</dc:creator>
  <cp:lastModifiedBy>Kumar, Ambuj</cp:lastModifiedBy>
  <cp:revision>7</cp:revision>
  <dcterms:created xsi:type="dcterms:W3CDTF">2026-02-16T10:01:15Z</dcterms:created>
  <dcterms:modified xsi:type="dcterms:W3CDTF">2026-03-25T16:02:10Z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608b1d-a8c6-4d15-8d70-1c8023f30311_Enabled">
    <vt:lpwstr>true</vt:lpwstr>
  </property>
  <property fmtid="{D5CDD505-2E9C-101B-9397-08002B2CF9AE}" pid="3" name="MSIP_Label_e3608b1d-a8c6-4d15-8d70-1c8023f30311_SetDate">
    <vt:lpwstr>2022-12-07T19:55:09Z</vt:lpwstr>
  </property>
  <property fmtid="{D5CDD505-2E9C-101B-9397-08002B2CF9AE}" pid="4" name="MSIP_Label_e3608b1d-a8c6-4d15-8d70-1c8023f30311_Method">
    <vt:lpwstr>Privileged</vt:lpwstr>
  </property>
  <property fmtid="{D5CDD505-2E9C-101B-9397-08002B2CF9AE}" pid="5" name="MSIP_Label_e3608b1d-a8c6-4d15-8d70-1c8023f30311_Name">
    <vt:lpwstr>Public</vt:lpwstr>
  </property>
  <property fmtid="{D5CDD505-2E9C-101B-9397-08002B2CF9AE}" pid="6" name="MSIP_Label_e3608b1d-a8c6-4d15-8d70-1c8023f30311_SiteId">
    <vt:lpwstr>53b7cac7-14be-46d4-be43-f2ad9244d901</vt:lpwstr>
  </property>
  <property fmtid="{D5CDD505-2E9C-101B-9397-08002B2CF9AE}" pid="7" name="MSIP_Label_e3608b1d-a8c6-4d15-8d70-1c8023f30311_ActionId">
    <vt:lpwstr>bf5b0263-5973-47ee-b62c-9a7aec12f8ba</vt:lpwstr>
  </property>
  <property fmtid="{D5CDD505-2E9C-101B-9397-08002B2CF9AE}" pid="8" name="MSIP_Label_e3608b1d-a8c6-4d15-8d70-1c8023f30311_ContentBits">
    <vt:lpwstr>0</vt:lpwstr>
  </property>
  <property fmtid="{D5CDD505-2E9C-101B-9397-08002B2CF9AE}" pid="9" name="ContentTypeId">
    <vt:lpwstr>0x01010055DF6B94A7FC0542B3B6C2143C1BD9FE</vt:lpwstr>
  </property>
</Properties>
</file>