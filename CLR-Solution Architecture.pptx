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14" r:id="rId5"/>
  </p:sldIdLst>
  <p:sldSz cx="9144000" cy="5143500" type="screen16x9"/>
  <p:notesSz cx="7099300" cy="10236200"/>
  <p:defaultTextStyle>
    <a:defPPr>
      <a:defRPr lang="fr-FR"/>
    </a:defPPr>
    <a:lvl1pPr algn="l" defTabSz="815680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06911" indent="128205" algn="l" defTabSz="815680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815680" indent="254553" algn="l" defTabSz="815680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222590" indent="382756" algn="l" defTabSz="815680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631359" indent="509103" algn="l" defTabSz="815680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675577" algn="l" defTabSz="1070230" rtl="0" eaLnBrk="1" latinLnBrk="0" hangingPunct="1">
      <a:defRPr sz="1600"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3210692" algn="l" defTabSz="1070230" rtl="0" eaLnBrk="1" latinLnBrk="0" hangingPunct="1">
      <a:defRPr sz="1600"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745806" algn="l" defTabSz="1070230" rtl="0" eaLnBrk="1" latinLnBrk="0" hangingPunct="1">
      <a:defRPr sz="1600"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4280922" algn="l" defTabSz="1070230" rtl="0" eaLnBrk="1" latinLnBrk="0" hangingPunct="1">
      <a:defRPr sz="1600"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orient="horz" pos="240">
          <p15:clr>
            <a:srgbClr val="A4A3A4"/>
          </p15:clr>
        </p15:guide>
        <p15:guide id="3" orient="horz" pos="4220">
          <p15:clr>
            <a:srgbClr val="A4A3A4"/>
          </p15:clr>
        </p15:guide>
        <p15:guide id="4" orient="horz" pos="34">
          <p15:clr>
            <a:srgbClr val="A4A3A4"/>
          </p15:clr>
        </p15:guide>
        <p15:guide id="5" orient="horz" pos="3486">
          <p15:clr>
            <a:srgbClr val="A4A3A4"/>
          </p15:clr>
        </p15:guide>
        <p15:guide id="6" orient="horz" pos="1026">
          <p15:clr>
            <a:srgbClr val="A4A3A4"/>
          </p15:clr>
        </p15:guide>
        <p15:guide id="7" orient="horz" pos="3788">
          <p15:clr>
            <a:srgbClr val="A4A3A4"/>
          </p15:clr>
        </p15:guide>
        <p15:guide id="8" pos="2879">
          <p15:clr>
            <a:srgbClr val="A4A3A4"/>
          </p15:clr>
        </p15:guide>
        <p15:guide id="9" pos="5641">
          <p15:clr>
            <a:srgbClr val="A4A3A4"/>
          </p15:clr>
        </p15:guide>
        <p15:guide id="10" pos="172">
          <p15:clr>
            <a:srgbClr val="A4A3A4"/>
          </p15:clr>
        </p15:guide>
        <p15:guide id="11" orient="horz" pos="1619">
          <p15:clr>
            <a:srgbClr val="A4A3A4"/>
          </p15:clr>
        </p15:guide>
        <p15:guide id="12" orient="horz" pos="167">
          <p15:clr>
            <a:srgbClr val="A4A3A4"/>
          </p15:clr>
        </p15:guide>
        <p15:guide id="13" orient="horz" pos="3184">
          <p15:clr>
            <a:srgbClr val="A4A3A4"/>
          </p15:clr>
        </p15:guide>
        <p15:guide id="14" orient="horz" pos="2615">
          <p15:clr>
            <a:srgbClr val="A4A3A4"/>
          </p15:clr>
        </p15:guide>
        <p15:guide id="15" orient="horz" pos="769">
          <p15:clr>
            <a:srgbClr val="A4A3A4"/>
          </p15:clr>
        </p15:guide>
        <p15:guide id="16" orient="horz" pos="2841">
          <p15:clr>
            <a:srgbClr val="A4A3A4"/>
          </p15:clr>
        </p15:guide>
        <p15:guide id="17" orient="horz" pos="2377">
          <p15:clr>
            <a:srgbClr val="A4A3A4"/>
          </p15:clr>
        </p15:guide>
        <p15:guide id="18" pos="5706">
          <p15:clr>
            <a:srgbClr val="A4A3A4"/>
          </p15:clr>
        </p15:guide>
        <p15:guide id="19" pos="160">
          <p15:clr>
            <a:srgbClr val="A4A3A4"/>
          </p15:clr>
        </p15:guide>
        <p15:guide id="20" pos="76">
          <p15:clr>
            <a:srgbClr val="A4A3A4"/>
          </p15:clr>
        </p15:guide>
        <p15:guide id="21" orient="horz" pos="1625">
          <p15:clr>
            <a:srgbClr val="A4A3A4"/>
          </p15:clr>
        </p15:guide>
        <p15:guide id="22" orient="horz" pos="255">
          <p15:clr>
            <a:srgbClr val="A4A3A4"/>
          </p15:clr>
        </p15:guide>
        <p15:guide id="23" orient="horz" pos="495">
          <p15:clr>
            <a:srgbClr val="A4A3A4"/>
          </p15:clr>
        </p15:guide>
        <p15:guide id="24" orient="horz" pos="710">
          <p15:clr>
            <a:srgbClr val="A4A3A4"/>
          </p15:clr>
        </p15:guide>
        <p15:guide id="25" orient="horz" pos="2835">
          <p15:clr>
            <a:srgbClr val="A4A3A4"/>
          </p15:clr>
        </p15:guide>
        <p15:guide id="26" pos="4809">
          <p15:clr>
            <a:srgbClr val="A4A3A4"/>
          </p15:clr>
        </p15:guide>
        <p15:guide id="27" pos="167">
          <p15:clr>
            <a:srgbClr val="A4A3A4"/>
          </p15:clr>
        </p15:guide>
        <p15:guide id="28" pos="5594">
          <p15:clr>
            <a:srgbClr val="A4A3A4"/>
          </p15:clr>
        </p15:guide>
        <p15:guide id="29" pos="853">
          <p15:clr>
            <a:srgbClr val="A4A3A4"/>
          </p15:clr>
        </p15:guide>
        <p15:guide id="30" pos="575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>
          <p15:clr>
            <a:srgbClr val="A4A3A4"/>
          </p15:clr>
        </p15:guide>
        <p15:guide id="2" pos="2200">
          <p15:clr>
            <a:srgbClr val="A4A3A4"/>
          </p15:clr>
        </p15:guide>
        <p15:guide id="3" orient="horz" pos="3224">
          <p15:clr>
            <a:srgbClr val="A4A3A4"/>
          </p15:clr>
        </p15:guide>
        <p15:guide id="4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9D45"/>
    <a:srgbClr val="668980"/>
    <a:srgbClr val="42464D"/>
    <a:srgbClr val="00ADC6"/>
    <a:srgbClr val="A08C5C"/>
    <a:srgbClr val="914146"/>
    <a:srgbClr val="9190AC"/>
    <a:srgbClr val="9FBEAF"/>
    <a:srgbClr val="9FD9B4"/>
    <a:srgbClr val="0271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061" autoAdjust="0"/>
  </p:normalViewPr>
  <p:slideViewPr>
    <p:cSldViewPr snapToGrid="0">
      <p:cViewPr varScale="1">
        <p:scale>
          <a:sx n="100" d="100"/>
          <a:sy n="100" d="100"/>
        </p:scale>
        <p:origin x="48" y="52"/>
      </p:cViewPr>
      <p:guideLst>
        <p:guide orient="horz" pos="2159"/>
        <p:guide orient="horz" pos="240"/>
        <p:guide orient="horz" pos="4220"/>
        <p:guide orient="horz" pos="34"/>
        <p:guide orient="horz" pos="3486"/>
        <p:guide orient="horz" pos="1026"/>
        <p:guide orient="horz" pos="3788"/>
        <p:guide pos="2879"/>
        <p:guide pos="5641"/>
        <p:guide pos="172"/>
        <p:guide orient="horz" pos="1619"/>
        <p:guide orient="horz" pos="167"/>
        <p:guide orient="horz" pos="3184"/>
        <p:guide orient="horz" pos="2615"/>
        <p:guide orient="horz" pos="769"/>
        <p:guide orient="horz" pos="2841"/>
        <p:guide orient="horz" pos="2377"/>
        <p:guide pos="5706"/>
        <p:guide pos="160"/>
        <p:guide pos="76"/>
        <p:guide orient="horz" pos="1625"/>
        <p:guide orient="horz" pos="255"/>
        <p:guide orient="horz" pos="495"/>
        <p:guide orient="horz" pos="710"/>
        <p:guide orient="horz" pos="2835"/>
        <p:guide pos="4809"/>
        <p:guide pos="167"/>
        <p:guide pos="5594"/>
        <p:guide pos="853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-3211" y="-77"/>
      </p:cViewPr>
      <p:guideLst>
        <p:guide orient="horz" pos="2924"/>
        <p:guide pos="2200"/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258" cy="511486"/>
          </a:xfrm>
          <a:prstGeom prst="rect">
            <a:avLst/>
          </a:prstGeom>
        </p:spPr>
        <p:txBody>
          <a:bodyPr vert="horz" wrap="square" lIns="94842" tIns="47421" rIns="94842" bIns="4742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0725" y="0"/>
            <a:ext cx="3076917" cy="511486"/>
          </a:xfrm>
          <a:prstGeom prst="rect">
            <a:avLst/>
          </a:prstGeom>
        </p:spPr>
        <p:txBody>
          <a:bodyPr vert="horz" wrap="square" lIns="94842" tIns="47421" rIns="94842" bIns="4742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r>
              <a:rPr lang="fr-FR"/>
              <a:t>CONFIDENTIALITY LEVEL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721469"/>
            <a:ext cx="3075258" cy="513109"/>
          </a:xfrm>
          <a:prstGeom prst="rect">
            <a:avLst/>
          </a:prstGeom>
        </p:spPr>
        <p:txBody>
          <a:bodyPr vert="horz" wrap="square" lIns="94842" tIns="47421" rIns="94842" bIns="47421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r>
              <a:rPr lang="fr-FR"/>
              <a:t>Title of the presentation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0725" y="9721469"/>
            <a:ext cx="3076917" cy="513109"/>
          </a:xfrm>
          <a:prstGeom prst="rect">
            <a:avLst/>
          </a:prstGeom>
        </p:spPr>
        <p:txBody>
          <a:bodyPr vert="horz" wrap="square" lIns="94842" tIns="47421" rIns="94842" bIns="4742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A45A4975-6CFE-4840-9B29-7E8FF68A7FDB}" type="slidenum">
              <a:rPr lang="fr-FR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040220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258" cy="511486"/>
          </a:xfrm>
          <a:prstGeom prst="rect">
            <a:avLst/>
          </a:prstGeom>
        </p:spPr>
        <p:txBody>
          <a:bodyPr vert="horz" wrap="square" lIns="94842" tIns="47421" rIns="94842" bIns="4742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0725" y="0"/>
            <a:ext cx="3076917" cy="511486"/>
          </a:xfrm>
          <a:prstGeom prst="rect">
            <a:avLst/>
          </a:prstGeom>
        </p:spPr>
        <p:txBody>
          <a:bodyPr vert="horz" wrap="square" lIns="94842" tIns="47421" rIns="94842" bIns="4742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r>
              <a:rPr lang="fr-FR" dirty="0"/>
              <a:t>CONFIDENTIALITY LEVEL</a:t>
            </a:r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42" tIns="47421" rIns="94842" bIns="47421" rtlCol="0" anchor="ctr"/>
          <a:lstStyle/>
          <a:p>
            <a:pPr lv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930" y="4861545"/>
            <a:ext cx="5679440" cy="4606615"/>
          </a:xfrm>
          <a:prstGeom prst="rect">
            <a:avLst/>
          </a:prstGeom>
        </p:spPr>
        <p:txBody>
          <a:bodyPr vert="horz" lIns="94842" tIns="47421" rIns="94842" bIns="47421" rtlCol="0"/>
          <a:lstStyle/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469"/>
            <a:ext cx="3075258" cy="513109"/>
          </a:xfrm>
          <a:prstGeom prst="rect">
            <a:avLst/>
          </a:prstGeom>
        </p:spPr>
        <p:txBody>
          <a:bodyPr vert="horz" wrap="square" lIns="94842" tIns="47421" rIns="94842" bIns="47421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r>
              <a:rPr lang="fr-FR" dirty="0" err="1"/>
              <a:t>Title</a:t>
            </a:r>
            <a:r>
              <a:rPr lang="fr-FR" dirty="0"/>
              <a:t> of the </a:t>
            </a:r>
            <a:r>
              <a:rPr lang="fr-FR" dirty="0" err="1"/>
              <a:t>presentation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0725" y="9721469"/>
            <a:ext cx="3076917" cy="513109"/>
          </a:xfrm>
          <a:prstGeom prst="rect">
            <a:avLst/>
          </a:prstGeom>
        </p:spPr>
        <p:txBody>
          <a:bodyPr vert="horz" wrap="square" lIns="94842" tIns="47421" rIns="94842" bIns="4742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30332B2-55D9-421F-A138-9E18F33D61D4}" type="slidenum">
              <a:rPr lang="fr-FR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789298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3511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7023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05346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40462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75577" algn="l" defTabSz="107023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10692" algn="l" defTabSz="107023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745806" algn="l" defTabSz="107023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280922" algn="l" defTabSz="107023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Insurance and Reinsurance_Teal">
    <p:bg>
      <p:bgPr>
        <a:solidFill>
          <a:srgbClr val="027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 userDrawn="1"/>
        </p:nvSpPr>
        <p:spPr>
          <a:xfrm>
            <a:off x="-4482" y="1286435"/>
            <a:ext cx="4468906" cy="3863789"/>
          </a:xfrm>
          <a:custGeom>
            <a:avLst/>
            <a:gdLst>
              <a:gd name="connsiteX0" fmla="*/ 4482 w 4468906"/>
              <a:gd name="connsiteY0" fmla="*/ 3482789 h 3863789"/>
              <a:gd name="connsiteX1" fmla="*/ 2711823 w 4468906"/>
              <a:gd name="connsiteY1" fmla="*/ 0 h 3863789"/>
              <a:gd name="connsiteX2" fmla="*/ 4468906 w 4468906"/>
              <a:gd name="connsiteY2" fmla="*/ 0 h 3863789"/>
              <a:gd name="connsiteX3" fmla="*/ 1488141 w 4468906"/>
              <a:gd name="connsiteY3" fmla="*/ 3863789 h 3863789"/>
              <a:gd name="connsiteX4" fmla="*/ 0 w 4468906"/>
              <a:gd name="connsiteY4" fmla="*/ 3863789 h 3863789"/>
              <a:gd name="connsiteX5" fmla="*/ 4482 w 4468906"/>
              <a:gd name="connsiteY5" fmla="*/ 3482789 h 3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8906" h="3863789">
                <a:moveTo>
                  <a:pt x="4482" y="3482789"/>
                </a:moveTo>
                <a:lnTo>
                  <a:pt x="2711823" y="0"/>
                </a:lnTo>
                <a:lnTo>
                  <a:pt x="4468906" y="0"/>
                </a:lnTo>
                <a:lnTo>
                  <a:pt x="1488141" y="3863789"/>
                </a:lnTo>
                <a:lnTo>
                  <a:pt x="0" y="3863789"/>
                </a:lnTo>
                <a:lnTo>
                  <a:pt x="4482" y="3482789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258689" y="4759837"/>
            <a:ext cx="2696400" cy="264600"/>
          </a:xfrm>
          <a:prstGeom prst="rect">
            <a:avLst/>
          </a:prstGeom>
        </p:spPr>
        <p:txBody>
          <a:bodyPr wrap="square" lIns="81628" tIns="40814" rIns="81628" bIns="40814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300" b="0">
                <a:solidFill>
                  <a:schemeClr val="bg1"/>
                </a:solidFill>
              </a:defRPr>
            </a:lvl1pPr>
            <a:lvl2pPr marL="306107" indent="0" algn="ctr">
              <a:buNone/>
              <a:defRPr sz="1300"/>
            </a:lvl2pPr>
            <a:lvl3pPr marL="612213" indent="0" algn="ctr">
              <a:buNone/>
              <a:defRPr sz="1200"/>
            </a:lvl3pPr>
            <a:lvl4pPr marL="918320" indent="0" algn="ctr">
              <a:buNone/>
              <a:defRPr sz="1100"/>
            </a:lvl4pPr>
            <a:lvl5pPr marL="1224427" indent="0" algn="ctr">
              <a:buNone/>
              <a:defRPr sz="1100"/>
            </a:lvl5pPr>
            <a:lvl6pPr marL="1530534" indent="0" algn="ctr">
              <a:buNone/>
              <a:defRPr sz="1100"/>
            </a:lvl6pPr>
            <a:lvl7pPr marL="1836640" indent="0" algn="ctr">
              <a:buNone/>
              <a:defRPr sz="1100"/>
            </a:lvl7pPr>
            <a:lvl8pPr marL="2142747" indent="0" algn="ctr">
              <a:buNone/>
              <a:defRPr sz="1100"/>
            </a:lvl8pPr>
            <a:lvl9pPr marL="2448853" indent="0" algn="ctr">
              <a:buNone/>
              <a:defRPr sz="11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6258689" y="4510088"/>
            <a:ext cx="2696400" cy="2646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352" y="246771"/>
            <a:ext cx="1166077" cy="301752"/>
          </a:xfrm>
          <a:prstGeom prst="rect">
            <a:avLst/>
          </a:prstGeom>
        </p:spPr>
      </p:pic>
      <p:sp>
        <p:nvSpPr>
          <p:cNvPr id="17" name="Titre 11"/>
          <p:cNvSpPr>
            <a:spLocks noGrp="1"/>
          </p:cNvSpPr>
          <p:nvPr>
            <p:ph type="title" hasCustomPrompt="1"/>
          </p:nvPr>
        </p:nvSpPr>
        <p:spPr>
          <a:xfrm>
            <a:off x="1372180" y="1925196"/>
            <a:ext cx="7651171" cy="2237136"/>
          </a:xfrm>
          <a:prstGeom prst="rect">
            <a:avLst/>
          </a:prstGeom>
        </p:spPr>
        <p:txBody>
          <a:bodyPr lIns="81628" tIns="40814" rIns="81628" bIns="40814"/>
          <a:lstStyle>
            <a:lvl1pPr marL="0" indent="1037361" algn="l">
              <a:defRPr sz="5000" b="1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849268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Insurance_Teal">
    <p:bg>
      <p:bgPr>
        <a:solidFill>
          <a:srgbClr val="027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 userDrawn="1"/>
        </p:nvSpPr>
        <p:spPr>
          <a:xfrm>
            <a:off x="-4482" y="1286435"/>
            <a:ext cx="4468906" cy="3863789"/>
          </a:xfrm>
          <a:custGeom>
            <a:avLst/>
            <a:gdLst>
              <a:gd name="connsiteX0" fmla="*/ 4482 w 4468906"/>
              <a:gd name="connsiteY0" fmla="*/ 3482789 h 3863789"/>
              <a:gd name="connsiteX1" fmla="*/ 2711823 w 4468906"/>
              <a:gd name="connsiteY1" fmla="*/ 0 h 3863789"/>
              <a:gd name="connsiteX2" fmla="*/ 4468906 w 4468906"/>
              <a:gd name="connsiteY2" fmla="*/ 0 h 3863789"/>
              <a:gd name="connsiteX3" fmla="*/ 1488141 w 4468906"/>
              <a:gd name="connsiteY3" fmla="*/ 3863789 h 3863789"/>
              <a:gd name="connsiteX4" fmla="*/ 0 w 4468906"/>
              <a:gd name="connsiteY4" fmla="*/ 3863789 h 3863789"/>
              <a:gd name="connsiteX5" fmla="*/ 4482 w 4468906"/>
              <a:gd name="connsiteY5" fmla="*/ 3482789 h 3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8906" h="3863789">
                <a:moveTo>
                  <a:pt x="4482" y="3482789"/>
                </a:moveTo>
                <a:lnTo>
                  <a:pt x="2711823" y="0"/>
                </a:lnTo>
                <a:lnTo>
                  <a:pt x="4468906" y="0"/>
                </a:lnTo>
                <a:lnTo>
                  <a:pt x="1488141" y="3863789"/>
                </a:lnTo>
                <a:lnTo>
                  <a:pt x="0" y="3863789"/>
                </a:lnTo>
                <a:lnTo>
                  <a:pt x="4482" y="3482789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258689" y="4759837"/>
            <a:ext cx="2696400" cy="264600"/>
          </a:xfrm>
          <a:prstGeom prst="rect">
            <a:avLst/>
          </a:prstGeom>
        </p:spPr>
        <p:txBody>
          <a:bodyPr wrap="square" lIns="81628" tIns="40814" rIns="81628" bIns="40814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300" b="0">
                <a:solidFill>
                  <a:schemeClr val="bg1"/>
                </a:solidFill>
              </a:defRPr>
            </a:lvl1pPr>
            <a:lvl2pPr marL="306107" indent="0" algn="ctr">
              <a:buNone/>
              <a:defRPr sz="1300"/>
            </a:lvl2pPr>
            <a:lvl3pPr marL="612213" indent="0" algn="ctr">
              <a:buNone/>
              <a:defRPr sz="1200"/>
            </a:lvl3pPr>
            <a:lvl4pPr marL="918320" indent="0" algn="ctr">
              <a:buNone/>
              <a:defRPr sz="1100"/>
            </a:lvl4pPr>
            <a:lvl5pPr marL="1224427" indent="0" algn="ctr">
              <a:buNone/>
              <a:defRPr sz="1100"/>
            </a:lvl5pPr>
            <a:lvl6pPr marL="1530534" indent="0" algn="ctr">
              <a:buNone/>
              <a:defRPr sz="1100"/>
            </a:lvl6pPr>
            <a:lvl7pPr marL="1836640" indent="0" algn="ctr">
              <a:buNone/>
              <a:defRPr sz="1100"/>
            </a:lvl7pPr>
            <a:lvl8pPr marL="2142747" indent="0" algn="ctr">
              <a:buNone/>
              <a:defRPr sz="1100"/>
            </a:lvl8pPr>
            <a:lvl9pPr marL="2448853" indent="0" algn="ctr">
              <a:buNone/>
              <a:defRPr sz="11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6258689" y="4510088"/>
            <a:ext cx="2696400" cy="2646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224" y="248222"/>
            <a:ext cx="908614" cy="170185"/>
          </a:xfrm>
          <a:prstGeom prst="rect">
            <a:avLst/>
          </a:prstGeom>
        </p:spPr>
      </p:pic>
      <p:sp>
        <p:nvSpPr>
          <p:cNvPr id="18" name="Titre 11"/>
          <p:cNvSpPr>
            <a:spLocks noGrp="1"/>
          </p:cNvSpPr>
          <p:nvPr>
            <p:ph type="title" hasCustomPrompt="1"/>
          </p:nvPr>
        </p:nvSpPr>
        <p:spPr>
          <a:xfrm>
            <a:off x="1372180" y="1925196"/>
            <a:ext cx="7651171" cy="2237136"/>
          </a:xfrm>
          <a:prstGeom prst="rect">
            <a:avLst/>
          </a:prstGeom>
        </p:spPr>
        <p:txBody>
          <a:bodyPr lIns="81628" tIns="40814" rIns="81628" bIns="40814"/>
          <a:lstStyle>
            <a:lvl1pPr marL="0" indent="1037361" algn="l">
              <a:defRPr sz="5000" b="1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3166880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Reinsurance_Teal">
    <p:bg>
      <p:bgPr>
        <a:solidFill>
          <a:srgbClr val="027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 userDrawn="1"/>
        </p:nvSpPr>
        <p:spPr>
          <a:xfrm>
            <a:off x="-4482" y="1286435"/>
            <a:ext cx="4468906" cy="3863789"/>
          </a:xfrm>
          <a:custGeom>
            <a:avLst/>
            <a:gdLst>
              <a:gd name="connsiteX0" fmla="*/ 4482 w 4468906"/>
              <a:gd name="connsiteY0" fmla="*/ 3482789 h 3863789"/>
              <a:gd name="connsiteX1" fmla="*/ 2711823 w 4468906"/>
              <a:gd name="connsiteY1" fmla="*/ 0 h 3863789"/>
              <a:gd name="connsiteX2" fmla="*/ 4468906 w 4468906"/>
              <a:gd name="connsiteY2" fmla="*/ 0 h 3863789"/>
              <a:gd name="connsiteX3" fmla="*/ 1488141 w 4468906"/>
              <a:gd name="connsiteY3" fmla="*/ 3863789 h 3863789"/>
              <a:gd name="connsiteX4" fmla="*/ 0 w 4468906"/>
              <a:gd name="connsiteY4" fmla="*/ 3863789 h 3863789"/>
              <a:gd name="connsiteX5" fmla="*/ 4482 w 4468906"/>
              <a:gd name="connsiteY5" fmla="*/ 3482789 h 3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8906" h="3863789">
                <a:moveTo>
                  <a:pt x="4482" y="3482789"/>
                </a:moveTo>
                <a:lnTo>
                  <a:pt x="2711823" y="0"/>
                </a:lnTo>
                <a:lnTo>
                  <a:pt x="4468906" y="0"/>
                </a:lnTo>
                <a:lnTo>
                  <a:pt x="1488141" y="3863789"/>
                </a:lnTo>
                <a:lnTo>
                  <a:pt x="0" y="3863789"/>
                </a:lnTo>
                <a:lnTo>
                  <a:pt x="4482" y="3482789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258689" y="4759837"/>
            <a:ext cx="2696400" cy="264600"/>
          </a:xfrm>
          <a:prstGeom prst="rect">
            <a:avLst/>
          </a:prstGeom>
        </p:spPr>
        <p:txBody>
          <a:bodyPr wrap="square" lIns="81628" tIns="40814" rIns="81628" bIns="40814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300" b="0">
                <a:solidFill>
                  <a:schemeClr val="bg1"/>
                </a:solidFill>
              </a:defRPr>
            </a:lvl1pPr>
            <a:lvl2pPr marL="306107" indent="0" algn="ctr">
              <a:buNone/>
              <a:defRPr sz="1300"/>
            </a:lvl2pPr>
            <a:lvl3pPr marL="612213" indent="0" algn="ctr">
              <a:buNone/>
              <a:defRPr sz="1200"/>
            </a:lvl3pPr>
            <a:lvl4pPr marL="918320" indent="0" algn="ctr">
              <a:buNone/>
              <a:defRPr sz="1100"/>
            </a:lvl4pPr>
            <a:lvl5pPr marL="1224427" indent="0" algn="ctr">
              <a:buNone/>
              <a:defRPr sz="1100"/>
            </a:lvl5pPr>
            <a:lvl6pPr marL="1530534" indent="0" algn="ctr">
              <a:buNone/>
              <a:defRPr sz="1100"/>
            </a:lvl6pPr>
            <a:lvl7pPr marL="1836640" indent="0" algn="ctr">
              <a:buNone/>
              <a:defRPr sz="1100"/>
            </a:lvl7pPr>
            <a:lvl8pPr marL="2142747" indent="0" algn="ctr">
              <a:buNone/>
              <a:defRPr sz="1100"/>
            </a:lvl8pPr>
            <a:lvl9pPr marL="2448853" indent="0" algn="ctr">
              <a:buNone/>
              <a:defRPr sz="11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6258689" y="4510088"/>
            <a:ext cx="2696400" cy="2646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352" y="246890"/>
            <a:ext cx="1077414" cy="174586"/>
          </a:xfrm>
          <a:prstGeom prst="rect">
            <a:avLst/>
          </a:prstGeom>
        </p:spPr>
      </p:pic>
      <p:sp>
        <p:nvSpPr>
          <p:cNvPr id="18" name="Titre 11"/>
          <p:cNvSpPr>
            <a:spLocks noGrp="1"/>
          </p:cNvSpPr>
          <p:nvPr>
            <p:ph type="title" hasCustomPrompt="1"/>
          </p:nvPr>
        </p:nvSpPr>
        <p:spPr>
          <a:xfrm>
            <a:off x="1372180" y="1925196"/>
            <a:ext cx="7651171" cy="2237136"/>
          </a:xfrm>
          <a:prstGeom prst="rect">
            <a:avLst/>
          </a:prstGeom>
        </p:spPr>
        <p:txBody>
          <a:bodyPr lIns="81628" tIns="40814" rIns="81628" bIns="40814"/>
          <a:lstStyle>
            <a:lvl1pPr marL="0" indent="1037361" algn="l">
              <a:defRPr sz="5000" b="1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1589893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Risk Consulting_Teal">
    <p:bg>
      <p:bgPr>
        <a:solidFill>
          <a:srgbClr val="027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 userDrawn="1"/>
        </p:nvSpPr>
        <p:spPr>
          <a:xfrm>
            <a:off x="-4482" y="1286435"/>
            <a:ext cx="4468906" cy="3863789"/>
          </a:xfrm>
          <a:custGeom>
            <a:avLst/>
            <a:gdLst>
              <a:gd name="connsiteX0" fmla="*/ 4482 w 4468906"/>
              <a:gd name="connsiteY0" fmla="*/ 3482789 h 3863789"/>
              <a:gd name="connsiteX1" fmla="*/ 2711823 w 4468906"/>
              <a:gd name="connsiteY1" fmla="*/ 0 h 3863789"/>
              <a:gd name="connsiteX2" fmla="*/ 4468906 w 4468906"/>
              <a:gd name="connsiteY2" fmla="*/ 0 h 3863789"/>
              <a:gd name="connsiteX3" fmla="*/ 1488141 w 4468906"/>
              <a:gd name="connsiteY3" fmla="*/ 3863789 h 3863789"/>
              <a:gd name="connsiteX4" fmla="*/ 0 w 4468906"/>
              <a:gd name="connsiteY4" fmla="*/ 3863789 h 3863789"/>
              <a:gd name="connsiteX5" fmla="*/ 4482 w 4468906"/>
              <a:gd name="connsiteY5" fmla="*/ 3482789 h 3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8906" h="3863789">
                <a:moveTo>
                  <a:pt x="4482" y="3482789"/>
                </a:moveTo>
                <a:lnTo>
                  <a:pt x="2711823" y="0"/>
                </a:lnTo>
                <a:lnTo>
                  <a:pt x="4468906" y="0"/>
                </a:lnTo>
                <a:lnTo>
                  <a:pt x="1488141" y="3863789"/>
                </a:lnTo>
                <a:lnTo>
                  <a:pt x="0" y="3863789"/>
                </a:lnTo>
                <a:lnTo>
                  <a:pt x="4482" y="3482789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258689" y="4759837"/>
            <a:ext cx="2696400" cy="264600"/>
          </a:xfrm>
          <a:prstGeom prst="rect">
            <a:avLst/>
          </a:prstGeom>
        </p:spPr>
        <p:txBody>
          <a:bodyPr wrap="square" lIns="81628" tIns="40814" rIns="81628" bIns="40814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300" b="0">
                <a:solidFill>
                  <a:schemeClr val="bg1"/>
                </a:solidFill>
              </a:defRPr>
            </a:lvl1pPr>
            <a:lvl2pPr marL="306107" indent="0" algn="ctr">
              <a:buNone/>
              <a:defRPr sz="1300"/>
            </a:lvl2pPr>
            <a:lvl3pPr marL="612213" indent="0" algn="ctr">
              <a:buNone/>
              <a:defRPr sz="1200"/>
            </a:lvl3pPr>
            <a:lvl4pPr marL="918320" indent="0" algn="ctr">
              <a:buNone/>
              <a:defRPr sz="1100"/>
            </a:lvl4pPr>
            <a:lvl5pPr marL="1224427" indent="0" algn="ctr">
              <a:buNone/>
              <a:defRPr sz="1100"/>
            </a:lvl5pPr>
            <a:lvl6pPr marL="1530534" indent="0" algn="ctr">
              <a:buNone/>
              <a:defRPr sz="1100"/>
            </a:lvl6pPr>
            <a:lvl7pPr marL="1836640" indent="0" algn="ctr">
              <a:buNone/>
              <a:defRPr sz="1100"/>
            </a:lvl7pPr>
            <a:lvl8pPr marL="2142747" indent="0" algn="ctr">
              <a:buNone/>
              <a:defRPr sz="1100"/>
            </a:lvl8pPr>
            <a:lvl9pPr marL="2448853" indent="0" algn="ctr">
              <a:buNone/>
              <a:defRPr sz="11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6258689" y="4510088"/>
            <a:ext cx="2696400" cy="2646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352" y="248222"/>
            <a:ext cx="1281066" cy="189894"/>
          </a:xfrm>
          <a:prstGeom prst="rect">
            <a:avLst/>
          </a:prstGeom>
        </p:spPr>
      </p:pic>
      <p:sp>
        <p:nvSpPr>
          <p:cNvPr id="18" name="Titre 11"/>
          <p:cNvSpPr>
            <a:spLocks noGrp="1"/>
          </p:cNvSpPr>
          <p:nvPr>
            <p:ph type="title" hasCustomPrompt="1"/>
          </p:nvPr>
        </p:nvSpPr>
        <p:spPr>
          <a:xfrm>
            <a:off x="1372180" y="1925196"/>
            <a:ext cx="7651171" cy="2237136"/>
          </a:xfrm>
          <a:prstGeom prst="rect">
            <a:avLst/>
          </a:prstGeom>
        </p:spPr>
        <p:txBody>
          <a:bodyPr lIns="81628" tIns="40814" rIns="81628" bIns="40814"/>
          <a:lstStyle>
            <a:lvl1pPr marL="0" indent="1037361" algn="l">
              <a:defRPr sz="5000" b="1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1963329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_Teal">
    <p:bg>
      <p:bgPr>
        <a:solidFill>
          <a:srgbClr val="027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2433320" y="-5080"/>
            <a:ext cx="6720840" cy="5161280"/>
          </a:xfrm>
          <a:custGeom>
            <a:avLst/>
            <a:gdLst>
              <a:gd name="connsiteX0" fmla="*/ 4947920 w 6720840"/>
              <a:gd name="connsiteY0" fmla="*/ 0 h 5161280"/>
              <a:gd name="connsiteX1" fmla="*/ 0 w 6720840"/>
              <a:gd name="connsiteY1" fmla="*/ 5151120 h 5161280"/>
              <a:gd name="connsiteX2" fmla="*/ 6720840 w 6720840"/>
              <a:gd name="connsiteY2" fmla="*/ 5161280 h 5161280"/>
              <a:gd name="connsiteX3" fmla="*/ 6720840 w 6720840"/>
              <a:gd name="connsiteY3" fmla="*/ 5080 h 5161280"/>
              <a:gd name="connsiteX4" fmla="*/ 4947920 w 6720840"/>
              <a:gd name="connsiteY4" fmla="*/ 0 h 516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0840" h="5161280">
                <a:moveTo>
                  <a:pt x="4947920" y="0"/>
                </a:moveTo>
                <a:lnTo>
                  <a:pt x="0" y="5151120"/>
                </a:lnTo>
                <a:lnTo>
                  <a:pt x="6720840" y="5161280"/>
                </a:lnTo>
                <a:lnTo>
                  <a:pt x="6720840" y="5080"/>
                </a:lnTo>
                <a:lnTo>
                  <a:pt x="4947920" y="0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44450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XA XL Art &amp; Lifestyle_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 userDrawn="1"/>
        </p:nvSpPr>
        <p:spPr>
          <a:xfrm>
            <a:off x="-4482" y="1286435"/>
            <a:ext cx="4468906" cy="3863789"/>
          </a:xfrm>
          <a:custGeom>
            <a:avLst/>
            <a:gdLst>
              <a:gd name="connsiteX0" fmla="*/ 4482 w 4468906"/>
              <a:gd name="connsiteY0" fmla="*/ 3482789 h 3863789"/>
              <a:gd name="connsiteX1" fmla="*/ 2711823 w 4468906"/>
              <a:gd name="connsiteY1" fmla="*/ 0 h 3863789"/>
              <a:gd name="connsiteX2" fmla="*/ 4468906 w 4468906"/>
              <a:gd name="connsiteY2" fmla="*/ 0 h 3863789"/>
              <a:gd name="connsiteX3" fmla="*/ 1488141 w 4468906"/>
              <a:gd name="connsiteY3" fmla="*/ 3863789 h 3863789"/>
              <a:gd name="connsiteX4" fmla="*/ 0 w 4468906"/>
              <a:gd name="connsiteY4" fmla="*/ 3863789 h 3863789"/>
              <a:gd name="connsiteX5" fmla="*/ 4482 w 4468906"/>
              <a:gd name="connsiteY5" fmla="*/ 3482789 h 3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8906" h="3863789">
                <a:moveTo>
                  <a:pt x="4482" y="3482789"/>
                </a:moveTo>
                <a:lnTo>
                  <a:pt x="2711823" y="0"/>
                </a:lnTo>
                <a:lnTo>
                  <a:pt x="4468906" y="0"/>
                </a:lnTo>
                <a:lnTo>
                  <a:pt x="1488141" y="3863789"/>
                </a:lnTo>
                <a:lnTo>
                  <a:pt x="0" y="3863789"/>
                </a:lnTo>
                <a:lnTo>
                  <a:pt x="4482" y="3482789"/>
                </a:lnTo>
                <a:close/>
              </a:path>
            </a:pathLst>
          </a:custGeom>
          <a:solidFill>
            <a:srgbClr val="BC9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258689" y="4759837"/>
            <a:ext cx="2696400" cy="264600"/>
          </a:xfrm>
          <a:prstGeom prst="rect">
            <a:avLst/>
          </a:prstGeom>
        </p:spPr>
        <p:txBody>
          <a:bodyPr wrap="square" lIns="81628" tIns="40814" rIns="81628" bIns="40814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300" b="0">
                <a:solidFill>
                  <a:schemeClr val="bg1"/>
                </a:solidFill>
              </a:defRPr>
            </a:lvl1pPr>
            <a:lvl2pPr marL="306107" indent="0" algn="ctr">
              <a:buNone/>
              <a:defRPr sz="1300"/>
            </a:lvl2pPr>
            <a:lvl3pPr marL="612213" indent="0" algn="ctr">
              <a:buNone/>
              <a:defRPr sz="1200"/>
            </a:lvl3pPr>
            <a:lvl4pPr marL="918320" indent="0" algn="ctr">
              <a:buNone/>
              <a:defRPr sz="1100"/>
            </a:lvl4pPr>
            <a:lvl5pPr marL="1224427" indent="0" algn="ctr">
              <a:buNone/>
              <a:defRPr sz="1100"/>
            </a:lvl5pPr>
            <a:lvl6pPr marL="1530534" indent="0" algn="ctr">
              <a:buNone/>
              <a:defRPr sz="1100"/>
            </a:lvl6pPr>
            <a:lvl7pPr marL="1836640" indent="0" algn="ctr">
              <a:buNone/>
              <a:defRPr sz="1100"/>
            </a:lvl7pPr>
            <a:lvl8pPr marL="2142747" indent="0" algn="ctr">
              <a:buNone/>
              <a:defRPr sz="1100"/>
            </a:lvl8pPr>
            <a:lvl9pPr marL="2448853" indent="0" algn="ctr">
              <a:buNone/>
              <a:defRPr sz="11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6258689" y="4510088"/>
            <a:ext cx="2696400" cy="2646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  <p:sp>
        <p:nvSpPr>
          <p:cNvPr id="18" name="Titre 11"/>
          <p:cNvSpPr>
            <a:spLocks noGrp="1"/>
          </p:cNvSpPr>
          <p:nvPr>
            <p:ph type="title" hasCustomPrompt="1"/>
          </p:nvPr>
        </p:nvSpPr>
        <p:spPr>
          <a:xfrm>
            <a:off x="1372180" y="1925196"/>
            <a:ext cx="7651171" cy="2237136"/>
          </a:xfrm>
          <a:prstGeom prst="rect">
            <a:avLst/>
          </a:prstGeom>
        </p:spPr>
        <p:txBody>
          <a:bodyPr lIns="81628" tIns="40814" rIns="81628" bIns="40814"/>
          <a:lstStyle>
            <a:lvl1pPr marL="0" indent="1037361" algn="l">
              <a:defRPr sz="5000" b="1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presentation in bold here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C83543-E1C6-4464-AAFD-015655B690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352" y="246771"/>
            <a:ext cx="1166077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31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XA XL Art &amp; Lifestyle_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 userDrawn="1"/>
        </p:nvSpPr>
        <p:spPr>
          <a:xfrm>
            <a:off x="-4482" y="1286435"/>
            <a:ext cx="4468906" cy="3863789"/>
          </a:xfrm>
          <a:custGeom>
            <a:avLst/>
            <a:gdLst>
              <a:gd name="connsiteX0" fmla="*/ 4482 w 4468906"/>
              <a:gd name="connsiteY0" fmla="*/ 3482789 h 3863789"/>
              <a:gd name="connsiteX1" fmla="*/ 2711823 w 4468906"/>
              <a:gd name="connsiteY1" fmla="*/ 0 h 3863789"/>
              <a:gd name="connsiteX2" fmla="*/ 4468906 w 4468906"/>
              <a:gd name="connsiteY2" fmla="*/ 0 h 3863789"/>
              <a:gd name="connsiteX3" fmla="*/ 1488141 w 4468906"/>
              <a:gd name="connsiteY3" fmla="*/ 3863789 h 3863789"/>
              <a:gd name="connsiteX4" fmla="*/ 0 w 4468906"/>
              <a:gd name="connsiteY4" fmla="*/ 3863789 h 3863789"/>
              <a:gd name="connsiteX5" fmla="*/ 4482 w 4468906"/>
              <a:gd name="connsiteY5" fmla="*/ 3482789 h 3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8906" h="3863789">
                <a:moveTo>
                  <a:pt x="4482" y="3482789"/>
                </a:moveTo>
                <a:lnTo>
                  <a:pt x="2711823" y="0"/>
                </a:lnTo>
                <a:lnTo>
                  <a:pt x="4468906" y="0"/>
                </a:lnTo>
                <a:lnTo>
                  <a:pt x="1488141" y="3863789"/>
                </a:lnTo>
                <a:lnTo>
                  <a:pt x="0" y="3863789"/>
                </a:lnTo>
                <a:lnTo>
                  <a:pt x="4482" y="3482789"/>
                </a:lnTo>
                <a:close/>
              </a:path>
            </a:pathLst>
          </a:custGeom>
          <a:solidFill>
            <a:srgbClr val="BC9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258689" y="4759837"/>
            <a:ext cx="2696400" cy="264600"/>
          </a:xfrm>
          <a:prstGeom prst="rect">
            <a:avLst/>
          </a:prstGeom>
        </p:spPr>
        <p:txBody>
          <a:bodyPr wrap="square" lIns="81628" tIns="40814" rIns="81628" bIns="40814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300" b="0">
                <a:solidFill>
                  <a:schemeClr val="bg1"/>
                </a:solidFill>
              </a:defRPr>
            </a:lvl1pPr>
            <a:lvl2pPr marL="306107" indent="0" algn="ctr">
              <a:buNone/>
              <a:defRPr sz="1300"/>
            </a:lvl2pPr>
            <a:lvl3pPr marL="612213" indent="0" algn="ctr">
              <a:buNone/>
              <a:defRPr sz="1200"/>
            </a:lvl3pPr>
            <a:lvl4pPr marL="918320" indent="0" algn="ctr">
              <a:buNone/>
              <a:defRPr sz="1100"/>
            </a:lvl4pPr>
            <a:lvl5pPr marL="1224427" indent="0" algn="ctr">
              <a:buNone/>
              <a:defRPr sz="1100"/>
            </a:lvl5pPr>
            <a:lvl6pPr marL="1530534" indent="0" algn="ctr">
              <a:buNone/>
              <a:defRPr sz="1100"/>
            </a:lvl6pPr>
            <a:lvl7pPr marL="1836640" indent="0" algn="ctr">
              <a:buNone/>
              <a:defRPr sz="1100"/>
            </a:lvl7pPr>
            <a:lvl8pPr marL="2142747" indent="0" algn="ctr">
              <a:buNone/>
              <a:defRPr sz="1100"/>
            </a:lvl8pPr>
            <a:lvl9pPr marL="2448853" indent="0" algn="ctr">
              <a:buNone/>
              <a:defRPr sz="11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6258689" y="4510088"/>
            <a:ext cx="2696400" cy="2646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  <p:sp>
        <p:nvSpPr>
          <p:cNvPr id="18" name="Titre 11"/>
          <p:cNvSpPr>
            <a:spLocks noGrp="1"/>
          </p:cNvSpPr>
          <p:nvPr>
            <p:ph type="title" hasCustomPrompt="1"/>
          </p:nvPr>
        </p:nvSpPr>
        <p:spPr>
          <a:xfrm>
            <a:off x="1372180" y="1925196"/>
            <a:ext cx="7651171" cy="2237136"/>
          </a:xfrm>
          <a:prstGeom prst="rect">
            <a:avLst/>
          </a:prstGeom>
        </p:spPr>
        <p:txBody>
          <a:bodyPr lIns="81628" tIns="40814" rIns="81628" bIns="40814"/>
          <a:lstStyle>
            <a:lvl1pPr marL="0" indent="1037361" algn="l">
              <a:defRPr sz="5000" b="1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presentation in bold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E6F29D-02FC-4D6C-8EEA-C57147F939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224" y="248222"/>
            <a:ext cx="908614" cy="17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094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XA XL Art &amp; Lifestyle_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 userDrawn="1"/>
        </p:nvSpPr>
        <p:spPr>
          <a:xfrm>
            <a:off x="-4482" y="1286435"/>
            <a:ext cx="4468906" cy="3863789"/>
          </a:xfrm>
          <a:custGeom>
            <a:avLst/>
            <a:gdLst>
              <a:gd name="connsiteX0" fmla="*/ 4482 w 4468906"/>
              <a:gd name="connsiteY0" fmla="*/ 3482789 h 3863789"/>
              <a:gd name="connsiteX1" fmla="*/ 2711823 w 4468906"/>
              <a:gd name="connsiteY1" fmla="*/ 0 h 3863789"/>
              <a:gd name="connsiteX2" fmla="*/ 4468906 w 4468906"/>
              <a:gd name="connsiteY2" fmla="*/ 0 h 3863789"/>
              <a:gd name="connsiteX3" fmla="*/ 1488141 w 4468906"/>
              <a:gd name="connsiteY3" fmla="*/ 3863789 h 3863789"/>
              <a:gd name="connsiteX4" fmla="*/ 0 w 4468906"/>
              <a:gd name="connsiteY4" fmla="*/ 3863789 h 3863789"/>
              <a:gd name="connsiteX5" fmla="*/ 4482 w 4468906"/>
              <a:gd name="connsiteY5" fmla="*/ 3482789 h 3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8906" h="3863789">
                <a:moveTo>
                  <a:pt x="4482" y="3482789"/>
                </a:moveTo>
                <a:lnTo>
                  <a:pt x="2711823" y="0"/>
                </a:lnTo>
                <a:lnTo>
                  <a:pt x="4468906" y="0"/>
                </a:lnTo>
                <a:lnTo>
                  <a:pt x="1488141" y="3863789"/>
                </a:lnTo>
                <a:lnTo>
                  <a:pt x="0" y="3863789"/>
                </a:lnTo>
                <a:lnTo>
                  <a:pt x="4482" y="3482789"/>
                </a:lnTo>
                <a:close/>
              </a:path>
            </a:pathLst>
          </a:custGeom>
          <a:solidFill>
            <a:srgbClr val="BC9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258689" y="4759837"/>
            <a:ext cx="2696400" cy="264600"/>
          </a:xfrm>
          <a:prstGeom prst="rect">
            <a:avLst/>
          </a:prstGeom>
        </p:spPr>
        <p:txBody>
          <a:bodyPr wrap="square" lIns="81628" tIns="40814" rIns="81628" bIns="40814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300" b="0">
                <a:solidFill>
                  <a:schemeClr val="bg1"/>
                </a:solidFill>
              </a:defRPr>
            </a:lvl1pPr>
            <a:lvl2pPr marL="306107" indent="0" algn="ctr">
              <a:buNone/>
              <a:defRPr sz="1300"/>
            </a:lvl2pPr>
            <a:lvl3pPr marL="612213" indent="0" algn="ctr">
              <a:buNone/>
              <a:defRPr sz="1200"/>
            </a:lvl3pPr>
            <a:lvl4pPr marL="918320" indent="0" algn="ctr">
              <a:buNone/>
              <a:defRPr sz="1100"/>
            </a:lvl4pPr>
            <a:lvl5pPr marL="1224427" indent="0" algn="ctr">
              <a:buNone/>
              <a:defRPr sz="1100"/>
            </a:lvl5pPr>
            <a:lvl6pPr marL="1530534" indent="0" algn="ctr">
              <a:buNone/>
              <a:defRPr sz="1100"/>
            </a:lvl6pPr>
            <a:lvl7pPr marL="1836640" indent="0" algn="ctr">
              <a:buNone/>
              <a:defRPr sz="1100"/>
            </a:lvl7pPr>
            <a:lvl8pPr marL="2142747" indent="0" algn="ctr">
              <a:buNone/>
              <a:defRPr sz="1100"/>
            </a:lvl8pPr>
            <a:lvl9pPr marL="2448853" indent="0" algn="ctr">
              <a:buNone/>
              <a:defRPr sz="11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6258689" y="4510088"/>
            <a:ext cx="2696400" cy="2646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  <p:sp>
        <p:nvSpPr>
          <p:cNvPr id="18" name="Titre 11"/>
          <p:cNvSpPr>
            <a:spLocks noGrp="1"/>
          </p:cNvSpPr>
          <p:nvPr>
            <p:ph type="title" hasCustomPrompt="1"/>
          </p:nvPr>
        </p:nvSpPr>
        <p:spPr>
          <a:xfrm>
            <a:off x="1372180" y="1925196"/>
            <a:ext cx="7651171" cy="2237136"/>
          </a:xfrm>
          <a:prstGeom prst="rect">
            <a:avLst/>
          </a:prstGeom>
        </p:spPr>
        <p:txBody>
          <a:bodyPr lIns="81628" tIns="40814" rIns="81628" bIns="40814"/>
          <a:lstStyle>
            <a:lvl1pPr marL="0" indent="1037361" algn="l">
              <a:defRPr sz="5000" b="1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presentation in bold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A80379-9D01-4E95-BA05-0B64F8A80E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352" y="246890"/>
            <a:ext cx="1077414" cy="17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060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XA XL Art &amp; Lifestyle_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 userDrawn="1"/>
        </p:nvSpPr>
        <p:spPr>
          <a:xfrm>
            <a:off x="-4482" y="1286435"/>
            <a:ext cx="4468906" cy="3863789"/>
          </a:xfrm>
          <a:custGeom>
            <a:avLst/>
            <a:gdLst>
              <a:gd name="connsiteX0" fmla="*/ 4482 w 4468906"/>
              <a:gd name="connsiteY0" fmla="*/ 3482789 h 3863789"/>
              <a:gd name="connsiteX1" fmla="*/ 2711823 w 4468906"/>
              <a:gd name="connsiteY1" fmla="*/ 0 h 3863789"/>
              <a:gd name="connsiteX2" fmla="*/ 4468906 w 4468906"/>
              <a:gd name="connsiteY2" fmla="*/ 0 h 3863789"/>
              <a:gd name="connsiteX3" fmla="*/ 1488141 w 4468906"/>
              <a:gd name="connsiteY3" fmla="*/ 3863789 h 3863789"/>
              <a:gd name="connsiteX4" fmla="*/ 0 w 4468906"/>
              <a:gd name="connsiteY4" fmla="*/ 3863789 h 3863789"/>
              <a:gd name="connsiteX5" fmla="*/ 4482 w 4468906"/>
              <a:gd name="connsiteY5" fmla="*/ 3482789 h 3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8906" h="3863789">
                <a:moveTo>
                  <a:pt x="4482" y="3482789"/>
                </a:moveTo>
                <a:lnTo>
                  <a:pt x="2711823" y="0"/>
                </a:lnTo>
                <a:lnTo>
                  <a:pt x="4468906" y="0"/>
                </a:lnTo>
                <a:lnTo>
                  <a:pt x="1488141" y="3863789"/>
                </a:lnTo>
                <a:lnTo>
                  <a:pt x="0" y="3863789"/>
                </a:lnTo>
                <a:lnTo>
                  <a:pt x="4482" y="3482789"/>
                </a:lnTo>
                <a:close/>
              </a:path>
            </a:pathLst>
          </a:custGeom>
          <a:solidFill>
            <a:srgbClr val="BC9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258689" y="4759837"/>
            <a:ext cx="2696400" cy="264600"/>
          </a:xfrm>
          <a:prstGeom prst="rect">
            <a:avLst/>
          </a:prstGeom>
        </p:spPr>
        <p:txBody>
          <a:bodyPr wrap="square" lIns="81628" tIns="40814" rIns="81628" bIns="40814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300" b="0">
                <a:solidFill>
                  <a:schemeClr val="bg1"/>
                </a:solidFill>
              </a:defRPr>
            </a:lvl1pPr>
            <a:lvl2pPr marL="306107" indent="0" algn="ctr">
              <a:buNone/>
              <a:defRPr sz="1300"/>
            </a:lvl2pPr>
            <a:lvl3pPr marL="612213" indent="0" algn="ctr">
              <a:buNone/>
              <a:defRPr sz="1200"/>
            </a:lvl3pPr>
            <a:lvl4pPr marL="918320" indent="0" algn="ctr">
              <a:buNone/>
              <a:defRPr sz="1100"/>
            </a:lvl4pPr>
            <a:lvl5pPr marL="1224427" indent="0" algn="ctr">
              <a:buNone/>
              <a:defRPr sz="1100"/>
            </a:lvl5pPr>
            <a:lvl6pPr marL="1530534" indent="0" algn="ctr">
              <a:buNone/>
              <a:defRPr sz="1100"/>
            </a:lvl6pPr>
            <a:lvl7pPr marL="1836640" indent="0" algn="ctr">
              <a:buNone/>
              <a:defRPr sz="1100"/>
            </a:lvl7pPr>
            <a:lvl8pPr marL="2142747" indent="0" algn="ctr">
              <a:buNone/>
              <a:defRPr sz="1100"/>
            </a:lvl8pPr>
            <a:lvl9pPr marL="2448853" indent="0" algn="ctr">
              <a:buNone/>
              <a:defRPr sz="11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6258689" y="4510088"/>
            <a:ext cx="2696400" cy="2646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  <p:sp>
        <p:nvSpPr>
          <p:cNvPr id="18" name="Titre 11"/>
          <p:cNvSpPr>
            <a:spLocks noGrp="1"/>
          </p:cNvSpPr>
          <p:nvPr>
            <p:ph type="title" hasCustomPrompt="1"/>
          </p:nvPr>
        </p:nvSpPr>
        <p:spPr>
          <a:xfrm>
            <a:off x="1372180" y="1925196"/>
            <a:ext cx="7651171" cy="2237136"/>
          </a:xfrm>
          <a:prstGeom prst="rect">
            <a:avLst/>
          </a:prstGeom>
        </p:spPr>
        <p:txBody>
          <a:bodyPr lIns="81628" tIns="40814" rIns="81628" bIns="40814"/>
          <a:lstStyle>
            <a:lvl1pPr marL="0" indent="1037361" algn="l">
              <a:defRPr sz="5000" b="1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presentation in bold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65C251-E290-41D2-AA15-91CEE368E3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352" y="248222"/>
            <a:ext cx="1281066" cy="18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6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_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contenu 12"/>
          <p:cNvSpPr>
            <a:spLocks noGrp="1"/>
          </p:cNvSpPr>
          <p:nvPr>
            <p:ph sz="quarter" idx="11" hasCustomPrompt="1"/>
          </p:nvPr>
        </p:nvSpPr>
        <p:spPr>
          <a:xfrm>
            <a:off x="2647951" y="621506"/>
            <a:ext cx="3848100" cy="3871913"/>
          </a:xfrm>
          <a:prstGeom prst="rect">
            <a:avLst/>
          </a:prstGeom>
        </p:spPr>
        <p:txBody>
          <a:bodyPr lIns="81628" tIns="40814" rIns="81628" bIns="40814" anchor="ctr"/>
          <a:lstStyle>
            <a:lvl1pPr algn="ctr">
              <a:buNone/>
              <a:defRPr sz="26800" b="1">
                <a:solidFill>
                  <a:srgbClr val="BC9D45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1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0" hasCustomPrompt="1"/>
          </p:nvPr>
        </p:nvSpPr>
        <p:spPr>
          <a:xfrm>
            <a:off x="0" y="2260569"/>
            <a:ext cx="9144000" cy="621506"/>
          </a:xfrm>
          <a:prstGeom prst="rect">
            <a:avLst/>
          </a:prstGeom>
        </p:spPr>
        <p:txBody>
          <a:bodyPr lIns="81628" tIns="40814" rIns="81628" bIns="40814" anchor="ctr"/>
          <a:lstStyle>
            <a:lvl1pPr algn="ctr">
              <a:buNone/>
              <a:defRPr sz="30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Chapter opening page</a:t>
            </a:r>
          </a:p>
        </p:txBody>
      </p:sp>
      <p:pic>
        <p:nvPicPr>
          <p:cNvPr id="7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90997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_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2433320" y="-5080"/>
            <a:ext cx="6720840" cy="5161280"/>
          </a:xfrm>
          <a:custGeom>
            <a:avLst/>
            <a:gdLst>
              <a:gd name="connsiteX0" fmla="*/ 4947920 w 6720840"/>
              <a:gd name="connsiteY0" fmla="*/ 0 h 5161280"/>
              <a:gd name="connsiteX1" fmla="*/ 0 w 6720840"/>
              <a:gd name="connsiteY1" fmla="*/ 5151120 h 5161280"/>
              <a:gd name="connsiteX2" fmla="*/ 6720840 w 6720840"/>
              <a:gd name="connsiteY2" fmla="*/ 5161280 h 5161280"/>
              <a:gd name="connsiteX3" fmla="*/ 6720840 w 6720840"/>
              <a:gd name="connsiteY3" fmla="*/ 5080 h 5161280"/>
              <a:gd name="connsiteX4" fmla="*/ 4947920 w 6720840"/>
              <a:gd name="connsiteY4" fmla="*/ 0 h 516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0840" h="5161280">
                <a:moveTo>
                  <a:pt x="4947920" y="0"/>
                </a:moveTo>
                <a:lnTo>
                  <a:pt x="0" y="5151120"/>
                </a:lnTo>
                <a:lnTo>
                  <a:pt x="6720840" y="5161280"/>
                </a:lnTo>
                <a:lnTo>
                  <a:pt x="6720840" y="5080"/>
                </a:lnTo>
                <a:lnTo>
                  <a:pt x="4947920" y="0"/>
                </a:lnTo>
                <a:close/>
              </a:path>
            </a:pathLst>
          </a:custGeom>
          <a:solidFill>
            <a:srgbClr val="BC9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1" hasCustomPrompt="1"/>
          </p:nvPr>
        </p:nvSpPr>
        <p:spPr>
          <a:xfrm>
            <a:off x="0" y="1935560"/>
            <a:ext cx="9144000" cy="12700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ctr">
              <a:buNone/>
              <a:defRPr sz="5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Text</a:t>
            </a:r>
          </a:p>
        </p:txBody>
      </p:sp>
      <p:pic>
        <p:nvPicPr>
          <p:cNvPr id="7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81992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_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2433320" y="-5080"/>
            <a:ext cx="6720840" cy="5161280"/>
          </a:xfrm>
          <a:custGeom>
            <a:avLst/>
            <a:gdLst>
              <a:gd name="connsiteX0" fmla="*/ 4947920 w 6720840"/>
              <a:gd name="connsiteY0" fmla="*/ 0 h 5161280"/>
              <a:gd name="connsiteX1" fmla="*/ 0 w 6720840"/>
              <a:gd name="connsiteY1" fmla="*/ 5151120 h 5161280"/>
              <a:gd name="connsiteX2" fmla="*/ 6720840 w 6720840"/>
              <a:gd name="connsiteY2" fmla="*/ 5161280 h 5161280"/>
              <a:gd name="connsiteX3" fmla="*/ 6720840 w 6720840"/>
              <a:gd name="connsiteY3" fmla="*/ 5080 h 5161280"/>
              <a:gd name="connsiteX4" fmla="*/ 4947920 w 6720840"/>
              <a:gd name="connsiteY4" fmla="*/ 0 h 516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0840" h="5161280">
                <a:moveTo>
                  <a:pt x="4947920" y="0"/>
                </a:moveTo>
                <a:lnTo>
                  <a:pt x="0" y="5151120"/>
                </a:lnTo>
                <a:lnTo>
                  <a:pt x="6720840" y="5161280"/>
                </a:lnTo>
                <a:lnTo>
                  <a:pt x="6720840" y="5080"/>
                </a:lnTo>
                <a:lnTo>
                  <a:pt x="4947920" y="0"/>
                </a:lnTo>
                <a:close/>
              </a:path>
            </a:pathLst>
          </a:custGeom>
          <a:solidFill>
            <a:srgbClr val="BC9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87646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Insurance and Reinsurance_Pacific">
    <p:bg>
      <p:bgPr>
        <a:solidFill>
          <a:srgbClr val="424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/>
          <p:cNvSpPr/>
          <p:nvPr userDrawn="1"/>
        </p:nvSpPr>
        <p:spPr>
          <a:xfrm>
            <a:off x="-4482" y="1286435"/>
            <a:ext cx="4468906" cy="3863789"/>
          </a:xfrm>
          <a:custGeom>
            <a:avLst/>
            <a:gdLst>
              <a:gd name="connsiteX0" fmla="*/ 4482 w 4468906"/>
              <a:gd name="connsiteY0" fmla="*/ 3482789 h 3863789"/>
              <a:gd name="connsiteX1" fmla="*/ 2711823 w 4468906"/>
              <a:gd name="connsiteY1" fmla="*/ 0 h 3863789"/>
              <a:gd name="connsiteX2" fmla="*/ 4468906 w 4468906"/>
              <a:gd name="connsiteY2" fmla="*/ 0 h 3863789"/>
              <a:gd name="connsiteX3" fmla="*/ 1488141 w 4468906"/>
              <a:gd name="connsiteY3" fmla="*/ 3863789 h 3863789"/>
              <a:gd name="connsiteX4" fmla="*/ 0 w 4468906"/>
              <a:gd name="connsiteY4" fmla="*/ 3863789 h 3863789"/>
              <a:gd name="connsiteX5" fmla="*/ 4482 w 4468906"/>
              <a:gd name="connsiteY5" fmla="*/ 3482789 h 3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8906" h="3863789">
                <a:moveTo>
                  <a:pt x="4482" y="3482789"/>
                </a:moveTo>
                <a:lnTo>
                  <a:pt x="2711823" y="0"/>
                </a:lnTo>
                <a:lnTo>
                  <a:pt x="4468906" y="0"/>
                </a:lnTo>
                <a:lnTo>
                  <a:pt x="1488141" y="3863789"/>
                </a:lnTo>
                <a:lnTo>
                  <a:pt x="0" y="3863789"/>
                </a:lnTo>
                <a:lnTo>
                  <a:pt x="4482" y="3482789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258689" y="4759837"/>
            <a:ext cx="2696400" cy="264600"/>
          </a:xfrm>
          <a:prstGeom prst="rect">
            <a:avLst/>
          </a:prstGeom>
        </p:spPr>
        <p:txBody>
          <a:bodyPr wrap="square" lIns="81628" tIns="40814" rIns="81628" bIns="40814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300" b="0">
                <a:solidFill>
                  <a:schemeClr val="bg1"/>
                </a:solidFill>
              </a:defRPr>
            </a:lvl1pPr>
            <a:lvl2pPr marL="306107" indent="0" algn="ctr">
              <a:buNone/>
              <a:defRPr sz="1300"/>
            </a:lvl2pPr>
            <a:lvl3pPr marL="612213" indent="0" algn="ctr">
              <a:buNone/>
              <a:defRPr sz="1200"/>
            </a:lvl3pPr>
            <a:lvl4pPr marL="918320" indent="0" algn="ctr">
              <a:buNone/>
              <a:defRPr sz="1100"/>
            </a:lvl4pPr>
            <a:lvl5pPr marL="1224427" indent="0" algn="ctr">
              <a:buNone/>
              <a:defRPr sz="1100"/>
            </a:lvl5pPr>
            <a:lvl6pPr marL="1530534" indent="0" algn="ctr">
              <a:buNone/>
              <a:defRPr sz="1100"/>
            </a:lvl6pPr>
            <a:lvl7pPr marL="1836640" indent="0" algn="ctr">
              <a:buNone/>
              <a:defRPr sz="1100"/>
            </a:lvl7pPr>
            <a:lvl8pPr marL="2142747" indent="0" algn="ctr">
              <a:buNone/>
              <a:defRPr sz="1100"/>
            </a:lvl8pPr>
            <a:lvl9pPr marL="2448853" indent="0" algn="ctr">
              <a:buNone/>
              <a:defRPr sz="11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6258689" y="4510088"/>
            <a:ext cx="2696400" cy="2646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352" y="246771"/>
            <a:ext cx="1166077" cy="301752"/>
          </a:xfrm>
          <a:prstGeom prst="rect">
            <a:avLst/>
          </a:prstGeom>
        </p:spPr>
      </p:pic>
      <p:sp>
        <p:nvSpPr>
          <p:cNvPr id="18" name="Titre 11"/>
          <p:cNvSpPr>
            <a:spLocks noGrp="1"/>
          </p:cNvSpPr>
          <p:nvPr>
            <p:ph type="title" hasCustomPrompt="1"/>
          </p:nvPr>
        </p:nvSpPr>
        <p:spPr>
          <a:xfrm>
            <a:off x="1372180" y="1925196"/>
            <a:ext cx="7651171" cy="2237136"/>
          </a:xfrm>
          <a:prstGeom prst="rect">
            <a:avLst/>
          </a:prstGeom>
        </p:spPr>
        <p:txBody>
          <a:bodyPr lIns="81628" tIns="40814" rIns="81628" bIns="40814"/>
          <a:lstStyle>
            <a:lvl1pPr marL="0" indent="1037361" algn="l">
              <a:defRPr sz="5000" b="1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2296225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Insurance_Pacific">
    <p:bg>
      <p:bgPr>
        <a:solidFill>
          <a:srgbClr val="424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/>
          <p:cNvSpPr/>
          <p:nvPr userDrawn="1"/>
        </p:nvSpPr>
        <p:spPr>
          <a:xfrm>
            <a:off x="-4482" y="1286435"/>
            <a:ext cx="4468906" cy="3863789"/>
          </a:xfrm>
          <a:custGeom>
            <a:avLst/>
            <a:gdLst>
              <a:gd name="connsiteX0" fmla="*/ 4482 w 4468906"/>
              <a:gd name="connsiteY0" fmla="*/ 3482789 h 3863789"/>
              <a:gd name="connsiteX1" fmla="*/ 2711823 w 4468906"/>
              <a:gd name="connsiteY1" fmla="*/ 0 h 3863789"/>
              <a:gd name="connsiteX2" fmla="*/ 4468906 w 4468906"/>
              <a:gd name="connsiteY2" fmla="*/ 0 h 3863789"/>
              <a:gd name="connsiteX3" fmla="*/ 1488141 w 4468906"/>
              <a:gd name="connsiteY3" fmla="*/ 3863789 h 3863789"/>
              <a:gd name="connsiteX4" fmla="*/ 0 w 4468906"/>
              <a:gd name="connsiteY4" fmla="*/ 3863789 h 3863789"/>
              <a:gd name="connsiteX5" fmla="*/ 4482 w 4468906"/>
              <a:gd name="connsiteY5" fmla="*/ 3482789 h 3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8906" h="3863789">
                <a:moveTo>
                  <a:pt x="4482" y="3482789"/>
                </a:moveTo>
                <a:lnTo>
                  <a:pt x="2711823" y="0"/>
                </a:lnTo>
                <a:lnTo>
                  <a:pt x="4468906" y="0"/>
                </a:lnTo>
                <a:lnTo>
                  <a:pt x="1488141" y="3863789"/>
                </a:lnTo>
                <a:lnTo>
                  <a:pt x="0" y="3863789"/>
                </a:lnTo>
                <a:lnTo>
                  <a:pt x="4482" y="3482789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258689" y="4759837"/>
            <a:ext cx="2696400" cy="264600"/>
          </a:xfrm>
          <a:prstGeom prst="rect">
            <a:avLst/>
          </a:prstGeom>
        </p:spPr>
        <p:txBody>
          <a:bodyPr wrap="square" lIns="81628" tIns="40814" rIns="81628" bIns="40814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300" b="0">
                <a:solidFill>
                  <a:schemeClr val="bg1"/>
                </a:solidFill>
              </a:defRPr>
            </a:lvl1pPr>
            <a:lvl2pPr marL="306107" indent="0" algn="ctr">
              <a:buNone/>
              <a:defRPr sz="1300"/>
            </a:lvl2pPr>
            <a:lvl3pPr marL="612213" indent="0" algn="ctr">
              <a:buNone/>
              <a:defRPr sz="1200"/>
            </a:lvl3pPr>
            <a:lvl4pPr marL="918320" indent="0" algn="ctr">
              <a:buNone/>
              <a:defRPr sz="1100"/>
            </a:lvl4pPr>
            <a:lvl5pPr marL="1224427" indent="0" algn="ctr">
              <a:buNone/>
              <a:defRPr sz="1100"/>
            </a:lvl5pPr>
            <a:lvl6pPr marL="1530534" indent="0" algn="ctr">
              <a:buNone/>
              <a:defRPr sz="1100"/>
            </a:lvl6pPr>
            <a:lvl7pPr marL="1836640" indent="0" algn="ctr">
              <a:buNone/>
              <a:defRPr sz="1100"/>
            </a:lvl7pPr>
            <a:lvl8pPr marL="2142747" indent="0" algn="ctr">
              <a:buNone/>
              <a:defRPr sz="1100"/>
            </a:lvl8pPr>
            <a:lvl9pPr marL="2448853" indent="0" algn="ctr">
              <a:buNone/>
              <a:defRPr sz="11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6258689" y="4510088"/>
            <a:ext cx="2696400" cy="2646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224" y="248222"/>
            <a:ext cx="908614" cy="170185"/>
          </a:xfrm>
          <a:prstGeom prst="rect">
            <a:avLst/>
          </a:prstGeom>
        </p:spPr>
      </p:pic>
      <p:sp>
        <p:nvSpPr>
          <p:cNvPr id="18" name="Titre 11"/>
          <p:cNvSpPr>
            <a:spLocks noGrp="1"/>
          </p:cNvSpPr>
          <p:nvPr>
            <p:ph type="title" hasCustomPrompt="1"/>
          </p:nvPr>
        </p:nvSpPr>
        <p:spPr>
          <a:xfrm>
            <a:off x="1372180" y="1925196"/>
            <a:ext cx="7651171" cy="2237136"/>
          </a:xfrm>
          <a:prstGeom prst="rect">
            <a:avLst/>
          </a:prstGeom>
        </p:spPr>
        <p:txBody>
          <a:bodyPr lIns="81628" tIns="40814" rIns="81628" bIns="40814"/>
          <a:lstStyle>
            <a:lvl1pPr marL="0" indent="1037361" algn="l">
              <a:defRPr sz="5000" b="1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221428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Reinsurance_Pacific">
    <p:bg>
      <p:bgPr>
        <a:solidFill>
          <a:srgbClr val="424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/>
          <p:cNvSpPr/>
          <p:nvPr userDrawn="1"/>
        </p:nvSpPr>
        <p:spPr>
          <a:xfrm>
            <a:off x="-4482" y="1286435"/>
            <a:ext cx="4468906" cy="3863789"/>
          </a:xfrm>
          <a:custGeom>
            <a:avLst/>
            <a:gdLst>
              <a:gd name="connsiteX0" fmla="*/ 4482 w 4468906"/>
              <a:gd name="connsiteY0" fmla="*/ 3482789 h 3863789"/>
              <a:gd name="connsiteX1" fmla="*/ 2711823 w 4468906"/>
              <a:gd name="connsiteY1" fmla="*/ 0 h 3863789"/>
              <a:gd name="connsiteX2" fmla="*/ 4468906 w 4468906"/>
              <a:gd name="connsiteY2" fmla="*/ 0 h 3863789"/>
              <a:gd name="connsiteX3" fmla="*/ 1488141 w 4468906"/>
              <a:gd name="connsiteY3" fmla="*/ 3863789 h 3863789"/>
              <a:gd name="connsiteX4" fmla="*/ 0 w 4468906"/>
              <a:gd name="connsiteY4" fmla="*/ 3863789 h 3863789"/>
              <a:gd name="connsiteX5" fmla="*/ 4482 w 4468906"/>
              <a:gd name="connsiteY5" fmla="*/ 3482789 h 3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8906" h="3863789">
                <a:moveTo>
                  <a:pt x="4482" y="3482789"/>
                </a:moveTo>
                <a:lnTo>
                  <a:pt x="2711823" y="0"/>
                </a:lnTo>
                <a:lnTo>
                  <a:pt x="4468906" y="0"/>
                </a:lnTo>
                <a:lnTo>
                  <a:pt x="1488141" y="3863789"/>
                </a:lnTo>
                <a:lnTo>
                  <a:pt x="0" y="3863789"/>
                </a:lnTo>
                <a:lnTo>
                  <a:pt x="4482" y="3482789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258689" y="4759837"/>
            <a:ext cx="2696400" cy="264600"/>
          </a:xfrm>
          <a:prstGeom prst="rect">
            <a:avLst/>
          </a:prstGeom>
        </p:spPr>
        <p:txBody>
          <a:bodyPr wrap="square" lIns="81628" tIns="40814" rIns="81628" bIns="40814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300" b="0">
                <a:solidFill>
                  <a:schemeClr val="bg1"/>
                </a:solidFill>
              </a:defRPr>
            </a:lvl1pPr>
            <a:lvl2pPr marL="306107" indent="0" algn="ctr">
              <a:buNone/>
              <a:defRPr sz="1300"/>
            </a:lvl2pPr>
            <a:lvl3pPr marL="612213" indent="0" algn="ctr">
              <a:buNone/>
              <a:defRPr sz="1200"/>
            </a:lvl3pPr>
            <a:lvl4pPr marL="918320" indent="0" algn="ctr">
              <a:buNone/>
              <a:defRPr sz="1100"/>
            </a:lvl4pPr>
            <a:lvl5pPr marL="1224427" indent="0" algn="ctr">
              <a:buNone/>
              <a:defRPr sz="1100"/>
            </a:lvl5pPr>
            <a:lvl6pPr marL="1530534" indent="0" algn="ctr">
              <a:buNone/>
              <a:defRPr sz="1100"/>
            </a:lvl6pPr>
            <a:lvl7pPr marL="1836640" indent="0" algn="ctr">
              <a:buNone/>
              <a:defRPr sz="1100"/>
            </a:lvl7pPr>
            <a:lvl8pPr marL="2142747" indent="0" algn="ctr">
              <a:buNone/>
              <a:defRPr sz="1100"/>
            </a:lvl8pPr>
            <a:lvl9pPr marL="2448853" indent="0" algn="ctr">
              <a:buNone/>
              <a:defRPr sz="11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6258689" y="4510088"/>
            <a:ext cx="2696400" cy="2646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352" y="246890"/>
            <a:ext cx="1077414" cy="174586"/>
          </a:xfrm>
          <a:prstGeom prst="rect">
            <a:avLst/>
          </a:prstGeom>
        </p:spPr>
      </p:pic>
      <p:sp>
        <p:nvSpPr>
          <p:cNvPr id="18" name="Titre 11"/>
          <p:cNvSpPr>
            <a:spLocks noGrp="1"/>
          </p:cNvSpPr>
          <p:nvPr>
            <p:ph type="title" hasCustomPrompt="1"/>
          </p:nvPr>
        </p:nvSpPr>
        <p:spPr>
          <a:xfrm>
            <a:off x="1372180" y="1925196"/>
            <a:ext cx="7651171" cy="2237136"/>
          </a:xfrm>
          <a:prstGeom prst="rect">
            <a:avLst/>
          </a:prstGeom>
        </p:spPr>
        <p:txBody>
          <a:bodyPr lIns="81628" tIns="40814" rIns="81628" bIns="40814"/>
          <a:lstStyle>
            <a:lvl1pPr marL="0" indent="1037361" algn="l">
              <a:defRPr sz="5000" b="1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26481983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Risk Consulting_Pacific">
    <p:bg>
      <p:bgPr>
        <a:solidFill>
          <a:srgbClr val="424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/>
          <p:cNvSpPr/>
          <p:nvPr userDrawn="1"/>
        </p:nvSpPr>
        <p:spPr>
          <a:xfrm>
            <a:off x="-4482" y="1286435"/>
            <a:ext cx="4468906" cy="3863789"/>
          </a:xfrm>
          <a:custGeom>
            <a:avLst/>
            <a:gdLst>
              <a:gd name="connsiteX0" fmla="*/ 4482 w 4468906"/>
              <a:gd name="connsiteY0" fmla="*/ 3482789 h 3863789"/>
              <a:gd name="connsiteX1" fmla="*/ 2711823 w 4468906"/>
              <a:gd name="connsiteY1" fmla="*/ 0 h 3863789"/>
              <a:gd name="connsiteX2" fmla="*/ 4468906 w 4468906"/>
              <a:gd name="connsiteY2" fmla="*/ 0 h 3863789"/>
              <a:gd name="connsiteX3" fmla="*/ 1488141 w 4468906"/>
              <a:gd name="connsiteY3" fmla="*/ 3863789 h 3863789"/>
              <a:gd name="connsiteX4" fmla="*/ 0 w 4468906"/>
              <a:gd name="connsiteY4" fmla="*/ 3863789 h 3863789"/>
              <a:gd name="connsiteX5" fmla="*/ 4482 w 4468906"/>
              <a:gd name="connsiteY5" fmla="*/ 3482789 h 3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8906" h="3863789">
                <a:moveTo>
                  <a:pt x="4482" y="3482789"/>
                </a:moveTo>
                <a:lnTo>
                  <a:pt x="2711823" y="0"/>
                </a:lnTo>
                <a:lnTo>
                  <a:pt x="4468906" y="0"/>
                </a:lnTo>
                <a:lnTo>
                  <a:pt x="1488141" y="3863789"/>
                </a:lnTo>
                <a:lnTo>
                  <a:pt x="0" y="3863789"/>
                </a:lnTo>
                <a:lnTo>
                  <a:pt x="4482" y="3482789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258689" y="4759837"/>
            <a:ext cx="2696400" cy="264600"/>
          </a:xfrm>
          <a:prstGeom prst="rect">
            <a:avLst/>
          </a:prstGeom>
        </p:spPr>
        <p:txBody>
          <a:bodyPr wrap="square" lIns="81628" tIns="40814" rIns="81628" bIns="40814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300" b="0">
                <a:solidFill>
                  <a:schemeClr val="bg1"/>
                </a:solidFill>
              </a:defRPr>
            </a:lvl1pPr>
            <a:lvl2pPr marL="306107" indent="0" algn="ctr">
              <a:buNone/>
              <a:defRPr sz="1300"/>
            </a:lvl2pPr>
            <a:lvl3pPr marL="612213" indent="0" algn="ctr">
              <a:buNone/>
              <a:defRPr sz="1200"/>
            </a:lvl3pPr>
            <a:lvl4pPr marL="918320" indent="0" algn="ctr">
              <a:buNone/>
              <a:defRPr sz="1100"/>
            </a:lvl4pPr>
            <a:lvl5pPr marL="1224427" indent="0" algn="ctr">
              <a:buNone/>
              <a:defRPr sz="1100"/>
            </a:lvl5pPr>
            <a:lvl6pPr marL="1530534" indent="0" algn="ctr">
              <a:buNone/>
              <a:defRPr sz="1100"/>
            </a:lvl6pPr>
            <a:lvl7pPr marL="1836640" indent="0" algn="ctr">
              <a:buNone/>
              <a:defRPr sz="1100"/>
            </a:lvl7pPr>
            <a:lvl8pPr marL="2142747" indent="0" algn="ctr">
              <a:buNone/>
              <a:defRPr sz="1100"/>
            </a:lvl8pPr>
            <a:lvl9pPr marL="2448853" indent="0" algn="ctr">
              <a:buNone/>
              <a:defRPr sz="11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6258689" y="4510088"/>
            <a:ext cx="2696400" cy="2646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352" y="248222"/>
            <a:ext cx="1281066" cy="189894"/>
          </a:xfrm>
          <a:prstGeom prst="rect">
            <a:avLst/>
          </a:prstGeom>
        </p:spPr>
      </p:pic>
      <p:sp>
        <p:nvSpPr>
          <p:cNvPr id="18" name="Titre 11"/>
          <p:cNvSpPr>
            <a:spLocks noGrp="1"/>
          </p:cNvSpPr>
          <p:nvPr>
            <p:ph type="title" hasCustomPrompt="1"/>
          </p:nvPr>
        </p:nvSpPr>
        <p:spPr>
          <a:xfrm>
            <a:off x="1372180" y="1925196"/>
            <a:ext cx="7651171" cy="2237136"/>
          </a:xfrm>
          <a:prstGeom prst="rect">
            <a:avLst/>
          </a:prstGeom>
        </p:spPr>
        <p:txBody>
          <a:bodyPr lIns="81628" tIns="40814" rIns="81628" bIns="40814"/>
          <a:lstStyle>
            <a:lvl1pPr marL="0" indent="1037361" algn="l">
              <a:defRPr sz="5000" b="1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3751642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Pacific">
    <p:bg>
      <p:bgPr>
        <a:solidFill>
          <a:srgbClr val="00AD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contenu 12"/>
          <p:cNvSpPr>
            <a:spLocks noGrp="1"/>
          </p:cNvSpPr>
          <p:nvPr>
            <p:ph sz="quarter" idx="11" hasCustomPrompt="1"/>
          </p:nvPr>
        </p:nvSpPr>
        <p:spPr>
          <a:xfrm>
            <a:off x="2647951" y="621506"/>
            <a:ext cx="3848100" cy="3871913"/>
          </a:xfrm>
          <a:prstGeom prst="rect">
            <a:avLst/>
          </a:prstGeom>
        </p:spPr>
        <p:txBody>
          <a:bodyPr lIns="81628" tIns="40814" rIns="81628" bIns="40814" anchor="ctr"/>
          <a:lstStyle>
            <a:lvl1pPr algn="ctr">
              <a:buNone/>
              <a:defRPr sz="26800" b="1">
                <a:solidFill>
                  <a:srgbClr val="42464D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1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0" hasCustomPrompt="1"/>
          </p:nvPr>
        </p:nvSpPr>
        <p:spPr>
          <a:xfrm>
            <a:off x="0" y="2260569"/>
            <a:ext cx="9144000" cy="621506"/>
          </a:xfrm>
          <a:prstGeom prst="rect">
            <a:avLst/>
          </a:prstGeom>
        </p:spPr>
        <p:txBody>
          <a:bodyPr lIns="81628" tIns="40814" rIns="81628" bIns="40814" anchor="ctr"/>
          <a:lstStyle>
            <a:lvl1pPr algn="ctr">
              <a:buNone/>
              <a:defRPr sz="30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Chapter opening page</a:t>
            </a:r>
          </a:p>
        </p:txBody>
      </p:sp>
      <p:pic>
        <p:nvPicPr>
          <p:cNvPr id="7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719469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Pacific">
    <p:bg>
      <p:bgPr>
        <a:solidFill>
          <a:srgbClr val="00AD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2433320" y="-5080"/>
            <a:ext cx="6720840" cy="5161280"/>
          </a:xfrm>
          <a:custGeom>
            <a:avLst/>
            <a:gdLst>
              <a:gd name="connsiteX0" fmla="*/ 4947920 w 6720840"/>
              <a:gd name="connsiteY0" fmla="*/ 0 h 5161280"/>
              <a:gd name="connsiteX1" fmla="*/ 0 w 6720840"/>
              <a:gd name="connsiteY1" fmla="*/ 5151120 h 5161280"/>
              <a:gd name="connsiteX2" fmla="*/ 6720840 w 6720840"/>
              <a:gd name="connsiteY2" fmla="*/ 5161280 h 5161280"/>
              <a:gd name="connsiteX3" fmla="*/ 6720840 w 6720840"/>
              <a:gd name="connsiteY3" fmla="*/ 5080 h 5161280"/>
              <a:gd name="connsiteX4" fmla="*/ 4947920 w 6720840"/>
              <a:gd name="connsiteY4" fmla="*/ 0 h 516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0840" h="5161280">
                <a:moveTo>
                  <a:pt x="4947920" y="0"/>
                </a:moveTo>
                <a:lnTo>
                  <a:pt x="0" y="5151120"/>
                </a:lnTo>
                <a:lnTo>
                  <a:pt x="6720840" y="5161280"/>
                </a:lnTo>
                <a:lnTo>
                  <a:pt x="6720840" y="5080"/>
                </a:lnTo>
                <a:lnTo>
                  <a:pt x="4947920" y="0"/>
                </a:lnTo>
                <a:close/>
              </a:path>
            </a:pathLst>
          </a:custGeom>
          <a:solidFill>
            <a:srgbClr val="4246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1" hasCustomPrompt="1"/>
          </p:nvPr>
        </p:nvSpPr>
        <p:spPr>
          <a:xfrm>
            <a:off x="0" y="1935560"/>
            <a:ext cx="9144000" cy="12700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ctr">
              <a:buNone/>
              <a:defRPr sz="5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Text</a:t>
            </a:r>
          </a:p>
        </p:txBody>
      </p:sp>
      <p:pic>
        <p:nvPicPr>
          <p:cNvPr id="7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376823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_Pacific">
    <p:bg>
      <p:bgPr>
        <a:solidFill>
          <a:srgbClr val="00AD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2433320" y="-5080"/>
            <a:ext cx="6720840" cy="5161280"/>
          </a:xfrm>
          <a:custGeom>
            <a:avLst/>
            <a:gdLst>
              <a:gd name="connsiteX0" fmla="*/ 4947920 w 6720840"/>
              <a:gd name="connsiteY0" fmla="*/ 0 h 5161280"/>
              <a:gd name="connsiteX1" fmla="*/ 0 w 6720840"/>
              <a:gd name="connsiteY1" fmla="*/ 5151120 h 5161280"/>
              <a:gd name="connsiteX2" fmla="*/ 6720840 w 6720840"/>
              <a:gd name="connsiteY2" fmla="*/ 5161280 h 5161280"/>
              <a:gd name="connsiteX3" fmla="*/ 6720840 w 6720840"/>
              <a:gd name="connsiteY3" fmla="*/ 5080 h 5161280"/>
              <a:gd name="connsiteX4" fmla="*/ 4947920 w 6720840"/>
              <a:gd name="connsiteY4" fmla="*/ 0 h 516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0840" h="5161280">
                <a:moveTo>
                  <a:pt x="4947920" y="0"/>
                </a:moveTo>
                <a:lnTo>
                  <a:pt x="0" y="5151120"/>
                </a:lnTo>
                <a:lnTo>
                  <a:pt x="6720840" y="5161280"/>
                </a:lnTo>
                <a:lnTo>
                  <a:pt x="6720840" y="5080"/>
                </a:lnTo>
                <a:lnTo>
                  <a:pt x="4947920" y="0"/>
                </a:lnTo>
                <a:close/>
              </a:path>
            </a:pathLst>
          </a:custGeom>
          <a:solidFill>
            <a:srgbClr val="4246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339183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Insurance and Reinsurance_Viridian Green">
    <p:bg>
      <p:bgPr>
        <a:solidFill>
          <a:srgbClr val="668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>
            <a:off x="-4482" y="1286435"/>
            <a:ext cx="4468906" cy="3863789"/>
          </a:xfrm>
          <a:custGeom>
            <a:avLst/>
            <a:gdLst>
              <a:gd name="connsiteX0" fmla="*/ 4482 w 4468906"/>
              <a:gd name="connsiteY0" fmla="*/ 3482789 h 3863789"/>
              <a:gd name="connsiteX1" fmla="*/ 2711823 w 4468906"/>
              <a:gd name="connsiteY1" fmla="*/ 0 h 3863789"/>
              <a:gd name="connsiteX2" fmla="*/ 4468906 w 4468906"/>
              <a:gd name="connsiteY2" fmla="*/ 0 h 3863789"/>
              <a:gd name="connsiteX3" fmla="*/ 1488141 w 4468906"/>
              <a:gd name="connsiteY3" fmla="*/ 3863789 h 3863789"/>
              <a:gd name="connsiteX4" fmla="*/ 0 w 4468906"/>
              <a:gd name="connsiteY4" fmla="*/ 3863789 h 3863789"/>
              <a:gd name="connsiteX5" fmla="*/ 4482 w 4468906"/>
              <a:gd name="connsiteY5" fmla="*/ 3482789 h 3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8906" h="3863789">
                <a:moveTo>
                  <a:pt x="4482" y="3482789"/>
                </a:moveTo>
                <a:lnTo>
                  <a:pt x="2711823" y="0"/>
                </a:lnTo>
                <a:lnTo>
                  <a:pt x="4468906" y="0"/>
                </a:lnTo>
                <a:lnTo>
                  <a:pt x="1488141" y="3863789"/>
                </a:lnTo>
                <a:lnTo>
                  <a:pt x="0" y="3863789"/>
                </a:lnTo>
                <a:lnTo>
                  <a:pt x="4482" y="3482789"/>
                </a:lnTo>
                <a:close/>
              </a:path>
            </a:pathLst>
          </a:custGeom>
          <a:solidFill>
            <a:srgbClr val="9FBE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258689" y="4759837"/>
            <a:ext cx="2696400" cy="264600"/>
          </a:xfrm>
          <a:prstGeom prst="rect">
            <a:avLst/>
          </a:prstGeom>
        </p:spPr>
        <p:txBody>
          <a:bodyPr wrap="square" lIns="81628" tIns="40814" rIns="81628" bIns="40814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300" b="0">
                <a:solidFill>
                  <a:schemeClr val="bg1"/>
                </a:solidFill>
              </a:defRPr>
            </a:lvl1pPr>
            <a:lvl2pPr marL="306107" indent="0" algn="ctr">
              <a:buNone/>
              <a:defRPr sz="1300"/>
            </a:lvl2pPr>
            <a:lvl3pPr marL="612213" indent="0" algn="ctr">
              <a:buNone/>
              <a:defRPr sz="1200"/>
            </a:lvl3pPr>
            <a:lvl4pPr marL="918320" indent="0" algn="ctr">
              <a:buNone/>
              <a:defRPr sz="1100"/>
            </a:lvl4pPr>
            <a:lvl5pPr marL="1224427" indent="0" algn="ctr">
              <a:buNone/>
              <a:defRPr sz="1100"/>
            </a:lvl5pPr>
            <a:lvl6pPr marL="1530534" indent="0" algn="ctr">
              <a:buNone/>
              <a:defRPr sz="1100"/>
            </a:lvl6pPr>
            <a:lvl7pPr marL="1836640" indent="0" algn="ctr">
              <a:buNone/>
              <a:defRPr sz="1100"/>
            </a:lvl7pPr>
            <a:lvl8pPr marL="2142747" indent="0" algn="ctr">
              <a:buNone/>
              <a:defRPr sz="1100"/>
            </a:lvl8pPr>
            <a:lvl9pPr marL="2448853" indent="0" algn="ctr">
              <a:buNone/>
              <a:defRPr sz="11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6258689" y="4510088"/>
            <a:ext cx="2696400" cy="2646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352" y="246771"/>
            <a:ext cx="1166077" cy="301752"/>
          </a:xfrm>
          <a:prstGeom prst="rect">
            <a:avLst/>
          </a:prstGeom>
        </p:spPr>
      </p:pic>
      <p:sp>
        <p:nvSpPr>
          <p:cNvPr id="19" name="Titre 11"/>
          <p:cNvSpPr>
            <a:spLocks noGrp="1"/>
          </p:cNvSpPr>
          <p:nvPr>
            <p:ph type="title" hasCustomPrompt="1"/>
          </p:nvPr>
        </p:nvSpPr>
        <p:spPr>
          <a:xfrm>
            <a:off x="1372180" y="1925196"/>
            <a:ext cx="7651171" cy="2237136"/>
          </a:xfrm>
          <a:prstGeom prst="rect">
            <a:avLst/>
          </a:prstGeom>
        </p:spPr>
        <p:txBody>
          <a:bodyPr lIns="81628" tIns="40814" rIns="81628" bIns="40814"/>
          <a:lstStyle>
            <a:lvl1pPr marL="0" indent="1037361" algn="l">
              <a:defRPr sz="5000" b="1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18486026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Insurance_Viridian Green">
    <p:bg>
      <p:bgPr>
        <a:solidFill>
          <a:srgbClr val="668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>
            <a:off x="-4482" y="1286435"/>
            <a:ext cx="4468906" cy="3863789"/>
          </a:xfrm>
          <a:custGeom>
            <a:avLst/>
            <a:gdLst>
              <a:gd name="connsiteX0" fmla="*/ 4482 w 4468906"/>
              <a:gd name="connsiteY0" fmla="*/ 3482789 h 3863789"/>
              <a:gd name="connsiteX1" fmla="*/ 2711823 w 4468906"/>
              <a:gd name="connsiteY1" fmla="*/ 0 h 3863789"/>
              <a:gd name="connsiteX2" fmla="*/ 4468906 w 4468906"/>
              <a:gd name="connsiteY2" fmla="*/ 0 h 3863789"/>
              <a:gd name="connsiteX3" fmla="*/ 1488141 w 4468906"/>
              <a:gd name="connsiteY3" fmla="*/ 3863789 h 3863789"/>
              <a:gd name="connsiteX4" fmla="*/ 0 w 4468906"/>
              <a:gd name="connsiteY4" fmla="*/ 3863789 h 3863789"/>
              <a:gd name="connsiteX5" fmla="*/ 4482 w 4468906"/>
              <a:gd name="connsiteY5" fmla="*/ 3482789 h 3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8906" h="3863789">
                <a:moveTo>
                  <a:pt x="4482" y="3482789"/>
                </a:moveTo>
                <a:lnTo>
                  <a:pt x="2711823" y="0"/>
                </a:lnTo>
                <a:lnTo>
                  <a:pt x="4468906" y="0"/>
                </a:lnTo>
                <a:lnTo>
                  <a:pt x="1488141" y="3863789"/>
                </a:lnTo>
                <a:lnTo>
                  <a:pt x="0" y="3863789"/>
                </a:lnTo>
                <a:lnTo>
                  <a:pt x="4482" y="3482789"/>
                </a:lnTo>
                <a:close/>
              </a:path>
            </a:pathLst>
          </a:custGeom>
          <a:solidFill>
            <a:srgbClr val="9FBE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258689" y="4759837"/>
            <a:ext cx="2696400" cy="264600"/>
          </a:xfrm>
          <a:prstGeom prst="rect">
            <a:avLst/>
          </a:prstGeom>
        </p:spPr>
        <p:txBody>
          <a:bodyPr wrap="square" lIns="81628" tIns="40814" rIns="81628" bIns="40814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300" b="0">
                <a:solidFill>
                  <a:schemeClr val="bg1"/>
                </a:solidFill>
              </a:defRPr>
            </a:lvl1pPr>
            <a:lvl2pPr marL="306107" indent="0" algn="ctr">
              <a:buNone/>
              <a:defRPr sz="1300"/>
            </a:lvl2pPr>
            <a:lvl3pPr marL="612213" indent="0" algn="ctr">
              <a:buNone/>
              <a:defRPr sz="1200"/>
            </a:lvl3pPr>
            <a:lvl4pPr marL="918320" indent="0" algn="ctr">
              <a:buNone/>
              <a:defRPr sz="1100"/>
            </a:lvl4pPr>
            <a:lvl5pPr marL="1224427" indent="0" algn="ctr">
              <a:buNone/>
              <a:defRPr sz="1100"/>
            </a:lvl5pPr>
            <a:lvl6pPr marL="1530534" indent="0" algn="ctr">
              <a:buNone/>
              <a:defRPr sz="1100"/>
            </a:lvl6pPr>
            <a:lvl7pPr marL="1836640" indent="0" algn="ctr">
              <a:buNone/>
              <a:defRPr sz="1100"/>
            </a:lvl7pPr>
            <a:lvl8pPr marL="2142747" indent="0" algn="ctr">
              <a:buNone/>
              <a:defRPr sz="1100"/>
            </a:lvl8pPr>
            <a:lvl9pPr marL="2448853" indent="0" algn="ctr">
              <a:buNone/>
              <a:defRPr sz="11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6258689" y="4510088"/>
            <a:ext cx="2696400" cy="2646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224" y="248222"/>
            <a:ext cx="908614" cy="170185"/>
          </a:xfrm>
          <a:prstGeom prst="rect">
            <a:avLst/>
          </a:prstGeom>
        </p:spPr>
      </p:pic>
      <p:sp>
        <p:nvSpPr>
          <p:cNvPr id="18" name="Titre 11"/>
          <p:cNvSpPr>
            <a:spLocks noGrp="1"/>
          </p:cNvSpPr>
          <p:nvPr>
            <p:ph type="title" hasCustomPrompt="1"/>
          </p:nvPr>
        </p:nvSpPr>
        <p:spPr>
          <a:xfrm>
            <a:off x="1372180" y="1925196"/>
            <a:ext cx="7651171" cy="2237136"/>
          </a:xfrm>
          <a:prstGeom prst="rect">
            <a:avLst/>
          </a:prstGeom>
        </p:spPr>
        <p:txBody>
          <a:bodyPr lIns="81628" tIns="40814" rIns="81628" bIns="40814"/>
          <a:lstStyle>
            <a:lvl1pPr marL="0" indent="1037361" algn="l">
              <a:defRPr sz="5000" b="1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30509121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Reinsurance_Viridian Green">
    <p:bg>
      <p:bgPr>
        <a:solidFill>
          <a:srgbClr val="668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>
            <a:off x="-4482" y="1286435"/>
            <a:ext cx="4468906" cy="3863789"/>
          </a:xfrm>
          <a:custGeom>
            <a:avLst/>
            <a:gdLst>
              <a:gd name="connsiteX0" fmla="*/ 4482 w 4468906"/>
              <a:gd name="connsiteY0" fmla="*/ 3482789 h 3863789"/>
              <a:gd name="connsiteX1" fmla="*/ 2711823 w 4468906"/>
              <a:gd name="connsiteY1" fmla="*/ 0 h 3863789"/>
              <a:gd name="connsiteX2" fmla="*/ 4468906 w 4468906"/>
              <a:gd name="connsiteY2" fmla="*/ 0 h 3863789"/>
              <a:gd name="connsiteX3" fmla="*/ 1488141 w 4468906"/>
              <a:gd name="connsiteY3" fmla="*/ 3863789 h 3863789"/>
              <a:gd name="connsiteX4" fmla="*/ 0 w 4468906"/>
              <a:gd name="connsiteY4" fmla="*/ 3863789 h 3863789"/>
              <a:gd name="connsiteX5" fmla="*/ 4482 w 4468906"/>
              <a:gd name="connsiteY5" fmla="*/ 3482789 h 3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8906" h="3863789">
                <a:moveTo>
                  <a:pt x="4482" y="3482789"/>
                </a:moveTo>
                <a:lnTo>
                  <a:pt x="2711823" y="0"/>
                </a:lnTo>
                <a:lnTo>
                  <a:pt x="4468906" y="0"/>
                </a:lnTo>
                <a:lnTo>
                  <a:pt x="1488141" y="3863789"/>
                </a:lnTo>
                <a:lnTo>
                  <a:pt x="0" y="3863789"/>
                </a:lnTo>
                <a:lnTo>
                  <a:pt x="4482" y="3482789"/>
                </a:lnTo>
                <a:close/>
              </a:path>
            </a:pathLst>
          </a:custGeom>
          <a:solidFill>
            <a:srgbClr val="9FBE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258689" y="4759837"/>
            <a:ext cx="2696400" cy="264600"/>
          </a:xfrm>
          <a:prstGeom prst="rect">
            <a:avLst/>
          </a:prstGeom>
        </p:spPr>
        <p:txBody>
          <a:bodyPr wrap="square" lIns="81628" tIns="40814" rIns="81628" bIns="40814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300" b="0">
                <a:solidFill>
                  <a:schemeClr val="bg1"/>
                </a:solidFill>
              </a:defRPr>
            </a:lvl1pPr>
            <a:lvl2pPr marL="306107" indent="0" algn="ctr">
              <a:buNone/>
              <a:defRPr sz="1300"/>
            </a:lvl2pPr>
            <a:lvl3pPr marL="612213" indent="0" algn="ctr">
              <a:buNone/>
              <a:defRPr sz="1200"/>
            </a:lvl3pPr>
            <a:lvl4pPr marL="918320" indent="0" algn="ctr">
              <a:buNone/>
              <a:defRPr sz="1100"/>
            </a:lvl4pPr>
            <a:lvl5pPr marL="1224427" indent="0" algn="ctr">
              <a:buNone/>
              <a:defRPr sz="1100"/>
            </a:lvl5pPr>
            <a:lvl6pPr marL="1530534" indent="0" algn="ctr">
              <a:buNone/>
              <a:defRPr sz="1100"/>
            </a:lvl6pPr>
            <a:lvl7pPr marL="1836640" indent="0" algn="ctr">
              <a:buNone/>
              <a:defRPr sz="1100"/>
            </a:lvl7pPr>
            <a:lvl8pPr marL="2142747" indent="0" algn="ctr">
              <a:buNone/>
              <a:defRPr sz="1100"/>
            </a:lvl8pPr>
            <a:lvl9pPr marL="2448853" indent="0" algn="ctr">
              <a:buNone/>
              <a:defRPr sz="11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6258689" y="4510088"/>
            <a:ext cx="2696400" cy="2646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352" y="246890"/>
            <a:ext cx="1077414" cy="174586"/>
          </a:xfrm>
          <a:prstGeom prst="rect">
            <a:avLst/>
          </a:prstGeom>
        </p:spPr>
      </p:pic>
      <p:sp>
        <p:nvSpPr>
          <p:cNvPr id="18" name="Titre 11"/>
          <p:cNvSpPr>
            <a:spLocks noGrp="1"/>
          </p:cNvSpPr>
          <p:nvPr>
            <p:ph type="title" hasCustomPrompt="1"/>
          </p:nvPr>
        </p:nvSpPr>
        <p:spPr>
          <a:xfrm>
            <a:off x="1372180" y="1925196"/>
            <a:ext cx="7651171" cy="2237136"/>
          </a:xfrm>
          <a:prstGeom prst="rect">
            <a:avLst/>
          </a:prstGeom>
        </p:spPr>
        <p:txBody>
          <a:bodyPr lIns="81628" tIns="40814" rIns="81628" bIns="40814"/>
          <a:lstStyle>
            <a:lvl1pPr marL="0" indent="1037361" algn="l">
              <a:defRPr sz="5000" b="1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26600963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Risk Consulting_Viridian Green">
    <p:bg>
      <p:bgPr>
        <a:solidFill>
          <a:srgbClr val="668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>
            <a:off x="-4482" y="1286435"/>
            <a:ext cx="4468906" cy="3863789"/>
          </a:xfrm>
          <a:custGeom>
            <a:avLst/>
            <a:gdLst>
              <a:gd name="connsiteX0" fmla="*/ 4482 w 4468906"/>
              <a:gd name="connsiteY0" fmla="*/ 3482789 h 3863789"/>
              <a:gd name="connsiteX1" fmla="*/ 2711823 w 4468906"/>
              <a:gd name="connsiteY1" fmla="*/ 0 h 3863789"/>
              <a:gd name="connsiteX2" fmla="*/ 4468906 w 4468906"/>
              <a:gd name="connsiteY2" fmla="*/ 0 h 3863789"/>
              <a:gd name="connsiteX3" fmla="*/ 1488141 w 4468906"/>
              <a:gd name="connsiteY3" fmla="*/ 3863789 h 3863789"/>
              <a:gd name="connsiteX4" fmla="*/ 0 w 4468906"/>
              <a:gd name="connsiteY4" fmla="*/ 3863789 h 3863789"/>
              <a:gd name="connsiteX5" fmla="*/ 4482 w 4468906"/>
              <a:gd name="connsiteY5" fmla="*/ 3482789 h 3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8906" h="3863789">
                <a:moveTo>
                  <a:pt x="4482" y="3482789"/>
                </a:moveTo>
                <a:lnTo>
                  <a:pt x="2711823" y="0"/>
                </a:lnTo>
                <a:lnTo>
                  <a:pt x="4468906" y="0"/>
                </a:lnTo>
                <a:lnTo>
                  <a:pt x="1488141" y="3863789"/>
                </a:lnTo>
                <a:lnTo>
                  <a:pt x="0" y="3863789"/>
                </a:lnTo>
                <a:lnTo>
                  <a:pt x="4482" y="3482789"/>
                </a:lnTo>
                <a:close/>
              </a:path>
            </a:pathLst>
          </a:custGeom>
          <a:solidFill>
            <a:srgbClr val="9FBE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258689" y="4759837"/>
            <a:ext cx="2696400" cy="264600"/>
          </a:xfrm>
          <a:prstGeom prst="rect">
            <a:avLst/>
          </a:prstGeom>
        </p:spPr>
        <p:txBody>
          <a:bodyPr wrap="square" lIns="81628" tIns="40814" rIns="81628" bIns="40814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300" b="0">
                <a:solidFill>
                  <a:schemeClr val="bg1"/>
                </a:solidFill>
              </a:defRPr>
            </a:lvl1pPr>
            <a:lvl2pPr marL="306107" indent="0" algn="ctr">
              <a:buNone/>
              <a:defRPr sz="1300"/>
            </a:lvl2pPr>
            <a:lvl3pPr marL="612213" indent="0" algn="ctr">
              <a:buNone/>
              <a:defRPr sz="1200"/>
            </a:lvl3pPr>
            <a:lvl4pPr marL="918320" indent="0" algn="ctr">
              <a:buNone/>
              <a:defRPr sz="1100"/>
            </a:lvl4pPr>
            <a:lvl5pPr marL="1224427" indent="0" algn="ctr">
              <a:buNone/>
              <a:defRPr sz="1100"/>
            </a:lvl5pPr>
            <a:lvl6pPr marL="1530534" indent="0" algn="ctr">
              <a:buNone/>
              <a:defRPr sz="1100"/>
            </a:lvl6pPr>
            <a:lvl7pPr marL="1836640" indent="0" algn="ctr">
              <a:buNone/>
              <a:defRPr sz="1100"/>
            </a:lvl7pPr>
            <a:lvl8pPr marL="2142747" indent="0" algn="ctr">
              <a:buNone/>
              <a:defRPr sz="1100"/>
            </a:lvl8pPr>
            <a:lvl9pPr marL="2448853" indent="0" algn="ctr">
              <a:buNone/>
              <a:defRPr sz="11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6258689" y="4510088"/>
            <a:ext cx="2696400" cy="2646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352" y="248222"/>
            <a:ext cx="1281066" cy="189894"/>
          </a:xfrm>
          <a:prstGeom prst="rect">
            <a:avLst/>
          </a:prstGeom>
        </p:spPr>
      </p:pic>
      <p:sp>
        <p:nvSpPr>
          <p:cNvPr id="18" name="Titre 11"/>
          <p:cNvSpPr>
            <a:spLocks noGrp="1"/>
          </p:cNvSpPr>
          <p:nvPr>
            <p:ph type="title" hasCustomPrompt="1"/>
          </p:nvPr>
        </p:nvSpPr>
        <p:spPr>
          <a:xfrm>
            <a:off x="1372180" y="1925196"/>
            <a:ext cx="7651171" cy="2237136"/>
          </a:xfrm>
          <a:prstGeom prst="rect">
            <a:avLst/>
          </a:prstGeom>
        </p:spPr>
        <p:txBody>
          <a:bodyPr lIns="81628" tIns="40814" rIns="81628" bIns="40814"/>
          <a:lstStyle>
            <a:lvl1pPr marL="0" indent="1037361" algn="l">
              <a:defRPr sz="5000" b="1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31237431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Viridian Green">
    <p:bg>
      <p:bgPr>
        <a:solidFill>
          <a:srgbClr val="668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contenu 12"/>
          <p:cNvSpPr>
            <a:spLocks noGrp="1"/>
          </p:cNvSpPr>
          <p:nvPr>
            <p:ph sz="quarter" idx="11" hasCustomPrompt="1"/>
          </p:nvPr>
        </p:nvSpPr>
        <p:spPr>
          <a:xfrm>
            <a:off x="2647951" y="621506"/>
            <a:ext cx="3848100" cy="3871913"/>
          </a:xfrm>
          <a:prstGeom prst="rect">
            <a:avLst/>
          </a:prstGeom>
        </p:spPr>
        <p:txBody>
          <a:bodyPr lIns="81628" tIns="40814" rIns="81628" bIns="40814" anchor="ctr"/>
          <a:lstStyle>
            <a:lvl1pPr algn="ctr">
              <a:buNone/>
              <a:defRPr sz="26800" b="1">
                <a:solidFill>
                  <a:srgbClr val="9EBEAF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1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0" hasCustomPrompt="1"/>
          </p:nvPr>
        </p:nvSpPr>
        <p:spPr>
          <a:xfrm>
            <a:off x="0" y="2260569"/>
            <a:ext cx="9144000" cy="621506"/>
          </a:xfrm>
          <a:prstGeom prst="rect">
            <a:avLst/>
          </a:prstGeom>
        </p:spPr>
        <p:txBody>
          <a:bodyPr lIns="81628" tIns="40814" rIns="81628" bIns="40814" anchor="ctr"/>
          <a:lstStyle>
            <a:lvl1pPr algn="ctr">
              <a:buNone/>
              <a:defRPr sz="30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Chapter opening page</a:t>
            </a:r>
          </a:p>
        </p:txBody>
      </p:sp>
      <p:pic>
        <p:nvPicPr>
          <p:cNvPr id="7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92023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Viridian Green">
    <p:bg>
      <p:bgPr>
        <a:solidFill>
          <a:srgbClr val="668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2433320" y="-5080"/>
            <a:ext cx="6720840" cy="5161280"/>
          </a:xfrm>
          <a:custGeom>
            <a:avLst/>
            <a:gdLst>
              <a:gd name="connsiteX0" fmla="*/ 4947920 w 6720840"/>
              <a:gd name="connsiteY0" fmla="*/ 0 h 5161280"/>
              <a:gd name="connsiteX1" fmla="*/ 0 w 6720840"/>
              <a:gd name="connsiteY1" fmla="*/ 5151120 h 5161280"/>
              <a:gd name="connsiteX2" fmla="*/ 6720840 w 6720840"/>
              <a:gd name="connsiteY2" fmla="*/ 5161280 h 5161280"/>
              <a:gd name="connsiteX3" fmla="*/ 6720840 w 6720840"/>
              <a:gd name="connsiteY3" fmla="*/ 5080 h 5161280"/>
              <a:gd name="connsiteX4" fmla="*/ 4947920 w 6720840"/>
              <a:gd name="connsiteY4" fmla="*/ 0 h 516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0840" h="5161280">
                <a:moveTo>
                  <a:pt x="4947920" y="0"/>
                </a:moveTo>
                <a:lnTo>
                  <a:pt x="0" y="5151120"/>
                </a:lnTo>
                <a:lnTo>
                  <a:pt x="6720840" y="5161280"/>
                </a:lnTo>
                <a:lnTo>
                  <a:pt x="6720840" y="5080"/>
                </a:lnTo>
                <a:lnTo>
                  <a:pt x="4947920" y="0"/>
                </a:lnTo>
                <a:close/>
              </a:path>
            </a:pathLst>
          </a:custGeom>
          <a:solidFill>
            <a:srgbClr val="9FBE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1" hasCustomPrompt="1"/>
          </p:nvPr>
        </p:nvSpPr>
        <p:spPr>
          <a:xfrm>
            <a:off x="0" y="1935560"/>
            <a:ext cx="9144000" cy="12700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ctr">
              <a:buNone/>
              <a:defRPr sz="5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Text</a:t>
            </a:r>
          </a:p>
        </p:txBody>
      </p:sp>
      <p:pic>
        <p:nvPicPr>
          <p:cNvPr id="7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220309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_Viridian Green">
    <p:bg>
      <p:bgPr>
        <a:solidFill>
          <a:srgbClr val="668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2433320" y="-5080"/>
            <a:ext cx="6720840" cy="5161280"/>
          </a:xfrm>
          <a:custGeom>
            <a:avLst/>
            <a:gdLst>
              <a:gd name="connsiteX0" fmla="*/ 4947920 w 6720840"/>
              <a:gd name="connsiteY0" fmla="*/ 0 h 5161280"/>
              <a:gd name="connsiteX1" fmla="*/ 0 w 6720840"/>
              <a:gd name="connsiteY1" fmla="*/ 5151120 h 5161280"/>
              <a:gd name="connsiteX2" fmla="*/ 6720840 w 6720840"/>
              <a:gd name="connsiteY2" fmla="*/ 5161280 h 5161280"/>
              <a:gd name="connsiteX3" fmla="*/ 6720840 w 6720840"/>
              <a:gd name="connsiteY3" fmla="*/ 5080 h 5161280"/>
              <a:gd name="connsiteX4" fmla="*/ 4947920 w 6720840"/>
              <a:gd name="connsiteY4" fmla="*/ 0 h 516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0840" h="5161280">
                <a:moveTo>
                  <a:pt x="4947920" y="0"/>
                </a:moveTo>
                <a:lnTo>
                  <a:pt x="0" y="5151120"/>
                </a:lnTo>
                <a:lnTo>
                  <a:pt x="6720840" y="5161280"/>
                </a:lnTo>
                <a:lnTo>
                  <a:pt x="6720840" y="5080"/>
                </a:lnTo>
                <a:lnTo>
                  <a:pt x="4947920" y="0"/>
                </a:lnTo>
                <a:close/>
              </a:path>
            </a:pathLst>
          </a:custGeom>
          <a:solidFill>
            <a:srgbClr val="9FBE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120976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Insurance and Reinsurance_Tosca">
    <p:bg>
      <p:bgPr>
        <a:solidFill>
          <a:srgbClr val="9141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 userDrawn="1"/>
        </p:nvSpPr>
        <p:spPr>
          <a:xfrm>
            <a:off x="-4482" y="1286435"/>
            <a:ext cx="4468906" cy="3863789"/>
          </a:xfrm>
          <a:custGeom>
            <a:avLst/>
            <a:gdLst>
              <a:gd name="connsiteX0" fmla="*/ 4482 w 4468906"/>
              <a:gd name="connsiteY0" fmla="*/ 3482789 h 3863789"/>
              <a:gd name="connsiteX1" fmla="*/ 2711823 w 4468906"/>
              <a:gd name="connsiteY1" fmla="*/ 0 h 3863789"/>
              <a:gd name="connsiteX2" fmla="*/ 4468906 w 4468906"/>
              <a:gd name="connsiteY2" fmla="*/ 0 h 3863789"/>
              <a:gd name="connsiteX3" fmla="*/ 1488141 w 4468906"/>
              <a:gd name="connsiteY3" fmla="*/ 3863789 h 3863789"/>
              <a:gd name="connsiteX4" fmla="*/ 0 w 4468906"/>
              <a:gd name="connsiteY4" fmla="*/ 3863789 h 3863789"/>
              <a:gd name="connsiteX5" fmla="*/ 4482 w 4468906"/>
              <a:gd name="connsiteY5" fmla="*/ 3482789 h 3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8906" h="3863789">
                <a:moveTo>
                  <a:pt x="4482" y="3482789"/>
                </a:moveTo>
                <a:lnTo>
                  <a:pt x="2711823" y="0"/>
                </a:lnTo>
                <a:lnTo>
                  <a:pt x="4468906" y="0"/>
                </a:lnTo>
                <a:lnTo>
                  <a:pt x="1488141" y="3863789"/>
                </a:lnTo>
                <a:lnTo>
                  <a:pt x="0" y="3863789"/>
                </a:lnTo>
                <a:lnTo>
                  <a:pt x="4482" y="3482789"/>
                </a:lnTo>
                <a:close/>
              </a:path>
            </a:pathLst>
          </a:custGeom>
          <a:solidFill>
            <a:srgbClr val="919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258689" y="4759837"/>
            <a:ext cx="2696400" cy="264600"/>
          </a:xfrm>
          <a:prstGeom prst="rect">
            <a:avLst/>
          </a:prstGeom>
        </p:spPr>
        <p:txBody>
          <a:bodyPr wrap="square" lIns="81628" tIns="40814" rIns="81628" bIns="40814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300" b="0">
                <a:solidFill>
                  <a:schemeClr val="bg1"/>
                </a:solidFill>
              </a:defRPr>
            </a:lvl1pPr>
            <a:lvl2pPr marL="306107" indent="0" algn="ctr">
              <a:buNone/>
              <a:defRPr sz="1300"/>
            </a:lvl2pPr>
            <a:lvl3pPr marL="612213" indent="0" algn="ctr">
              <a:buNone/>
              <a:defRPr sz="1200"/>
            </a:lvl3pPr>
            <a:lvl4pPr marL="918320" indent="0" algn="ctr">
              <a:buNone/>
              <a:defRPr sz="1100"/>
            </a:lvl4pPr>
            <a:lvl5pPr marL="1224427" indent="0" algn="ctr">
              <a:buNone/>
              <a:defRPr sz="1100"/>
            </a:lvl5pPr>
            <a:lvl6pPr marL="1530534" indent="0" algn="ctr">
              <a:buNone/>
              <a:defRPr sz="1100"/>
            </a:lvl6pPr>
            <a:lvl7pPr marL="1836640" indent="0" algn="ctr">
              <a:buNone/>
              <a:defRPr sz="1100"/>
            </a:lvl7pPr>
            <a:lvl8pPr marL="2142747" indent="0" algn="ctr">
              <a:buNone/>
              <a:defRPr sz="1100"/>
            </a:lvl8pPr>
            <a:lvl9pPr marL="2448853" indent="0" algn="ctr">
              <a:buNone/>
              <a:defRPr sz="11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6258689" y="4510088"/>
            <a:ext cx="2696400" cy="2646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  <p:sp>
        <p:nvSpPr>
          <p:cNvPr id="15" name="Titre 11"/>
          <p:cNvSpPr>
            <a:spLocks noGrp="1"/>
          </p:cNvSpPr>
          <p:nvPr>
            <p:ph type="title" hasCustomPrompt="1"/>
          </p:nvPr>
        </p:nvSpPr>
        <p:spPr>
          <a:xfrm>
            <a:off x="1372180" y="1925196"/>
            <a:ext cx="7651171" cy="2237136"/>
          </a:xfrm>
          <a:prstGeom prst="rect">
            <a:avLst/>
          </a:prstGeom>
        </p:spPr>
        <p:txBody>
          <a:bodyPr lIns="81628" tIns="40814" rIns="81628" bIns="40814"/>
          <a:lstStyle>
            <a:lvl1pPr marL="0" indent="1037361" algn="l">
              <a:defRPr sz="5000" b="1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presentation in bold here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352" y="246771"/>
            <a:ext cx="1166077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4285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Insurance_Tosca">
    <p:bg>
      <p:bgPr>
        <a:solidFill>
          <a:srgbClr val="9141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 userDrawn="1"/>
        </p:nvSpPr>
        <p:spPr>
          <a:xfrm>
            <a:off x="-4482" y="1286435"/>
            <a:ext cx="4468906" cy="3863789"/>
          </a:xfrm>
          <a:custGeom>
            <a:avLst/>
            <a:gdLst>
              <a:gd name="connsiteX0" fmla="*/ 4482 w 4468906"/>
              <a:gd name="connsiteY0" fmla="*/ 3482789 h 3863789"/>
              <a:gd name="connsiteX1" fmla="*/ 2711823 w 4468906"/>
              <a:gd name="connsiteY1" fmla="*/ 0 h 3863789"/>
              <a:gd name="connsiteX2" fmla="*/ 4468906 w 4468906"/>
              <a:gd name="connsiteY2" fmla="*/ 0 h 3863789"/>
              <a:gd name="connsiteX3" fmla="*/ 1488141 w 4468906"/>
              <a:gd name="connsiteY3" fmla="*/ 3863789 h 3863789"/>
              <a:gd name="connsiteX4" fmla="*/ 0 w 4468906"/>
              <a:gd name="connsiteY4" fmla="*/ 3863789 h 3863789"/>
              <a:gd name="connsiteX5" fmla="*/ 4482 w 4468906"/>
              <a:gd name="connsiteY5" fmla="*/ 3482789 h 3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8906" h="3863789">
                <a:moveTo>
                  <a:pt x="4482" y="3482789"/>
                </a:moveTo>
                <a:lnTo>
                  <a:pt x="2711823" y="0"/>
                </a:lnTo>
                <a:lnTo>
                  <a:pt x="4468906" y="0"/>
                </a:lnTo>
                <a:lnTo>
                  <a:pt x="1488141" y="3863789"/>
                </a:lnTo>
                <a:lnTo>
                  <a:pt x="0" y="3863789"/>
                </a:lnTo>
                <a:lnTo>
                  <a:pt x="4482" y="3482789"/>
                </a:lnTo>
                <a:close/>
              </a:path>
            </a:pathLst>
          </a:custGeom>
          <a:solidFill>
            <a:srgbClr val="919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258689" y="4759837"/>
            <a:ext cx="2696400" cy="264600"/>
          </a:xfrm>
          <a:prstGeom prst="rect">
            <a:avLst/>
          </a:prstGeom>
        </p:spPr>
        <p:txBody>
          <a:bodyPr wrap="square" lIns="81628" tIns="40814" rIns="81628" bIns="40814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300" b="0">
                <a:solidFill>
                  <a:schemeClr val="bg1"/>
                </a:solidFill>
              </a:defRPr>
            </a:lvl1pPr>
            <a:lvl2pPr marL="306107" indent="0" algn="ctr">
              <a:buNone/>
              <a:defRPr sz="1300"/>
            </a:lvl2pPr>
            <a:lvl3pPr marL="612213" indent="0" algn="ctr">
              <a:buNone/>
              <a:defRPr sz="1200"/>
            </a:lvl3pPr>
            <a:lvl4pPr marL="918320" indent="0" algn="ctr">
              <a:buNone/>
              <a:defRPr sz="1100"/>
            </a:lvl4pPr>
            <a:lvl5pPr marL="1224427" indent="0" algn="ctr">
              <a:buNone/>
              <a:defRPr sz="1100"/>
            </a:lvl5pPr>
            <a:lvl6pPr marL="1530534" indent="0" algn="ctr">
              <a:buNone/>
              <a:defRPr sz="1100"/>
            </a:lvl6pPr>
            <a:lvl7pPr marL="1836640" indent="0" algn="ctr">
              <a:buNone/>
              <a:defRPr sz="1100"/>
            </a:lvl7pPr>
            <a:lvl8pPr marL="2142747" indent="0" algn="ctr">
              <a:buNone/>
              <a:defRPr sz="1100"/>
            </a:lvl8pPr>
            <a:lvl9pPr marL="2448853" indent="0" algn="ctr">
              <a:buNone/>
              <a:defRPr sz="11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6258689" y="4510088"/>
            <a:ext cx="2696400" cy="2646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224" y="248222"/>
            <a:ext cx="908614" cy="170185"/>
          </a:xfrm>
          <a:prstGeom prst="rect">
            <a:avLst/>
          </a:prstGeom>
        </p:spPr>
      </p:pic>
      <p:sp>
        <p:nvSpPr>
          <p:cNvPr id="17" name="Titre 11"/>
          <p:cNvSpPr>
            <a:spLocks noGrp="1"/>
          </p:cNvSpPr>
          <p:nvPr>
            <p:ph type="title" hasCustomPrompt="1"/>
          </p:nvPr>
        </p:nvSpPr>
        <p:spPr>
          <a:xfrm>
            <a:off x="1372180" y="1925196"/>
            <a:ext cx="7651171" cy="2237136"/>
          </a:xfrm>
          <a:prstGeom prst="rect">
            <a:avLst/>
          </a:prstGeom>
        </p:spPr>
        <p:txBody>
          <a:bodyPr lIns="81628" tIns="40814" rIns="81628" bIns="40814"/>
          <a:lstStyle>
            <a:lvl1pPr marL="0" indent="1037361" algn="l">
              <a:defRPr sz="5000" b="1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31566740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Reinsurance_Tosca">
    <p:bg>
      <p:bgPr>
        <a:solidFill>
          <a:srgbClr val="9141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 userDrawn="1"/>
        </p:nvSpPr>
        <p:spPr>
          <a:xfrm>
            <a:off x="-4482" y="1286435"/>
            <a:ext cx="4468906" cy="3863789"/>
          </a:xfrm>
          <a:custGeom>
            <a:avLst/>
            <a:gdLst>
              <a:gd name="connsiteX0" fmla="*/ 4482 w 4468906"/>
              <a:gd name="connsiteY0" fmla="*/ 3482789 h 3863789"/>
              <a:gd name="connsiteX1" fmla="*/ 2711823 w 4468906"/>
              <a:gd name="connsiteY1" fmla="*/ 0 h 3863789"/>
              <a:gd name="connsiteX2" fmla="*/ 4468906 w 4468906"/>
              <a:gd name="connsiteY2" fmla="*/ 0 h 3863789"/>
              <a:gd name="connsiteX3" fmla="*/ 1488141 w 4468906"/>
              <a:gd name="connsiteY3" fmla="*/ 3863789 h 3863789"/>
              <a:gd name="connsiteX4" fmla="*/ 0 w 4468906"/>
              <a:gd name="connsiteY4" fmla="*/ 3863789 h 3863789"/>
              <a:gd name="connsiteX5" fmla="*/ 4482 w 4468906"/>
              <a:gd name="connsiteY5" fmla="*/ 3482789 h 3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8906" h="3863789">
                <a:moveTo>
                  <a:pt x="4482" y="3482789"/>
                </a:moveTo>
                <a:lnTo>
                  <a:pt x="2711823" y="0"/>
                </a:lnTo>
                <a:lnTo>
                  <a:pt x="4468906" y="0"/>
                </a:lnTo>
                <a:lnTo>
                  <a:pt x="1488141" y="3863789"/>
                </a:lnTo>
                <a:lnTo>
                  <a:pt x="0" y="3863789"/>
                </a:lnTo>
                <a:lnTo>
                  <a:pt x="4482" y="3482789"/>
                </a:lnTo>
                <a:close/>
              </a:path>
            </a:pathLst>
          </a:custGeom>
          <a:solidFill>
            <a:srgbClr val="919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258689" y="4759837"/>
            <a:ext cx="2696400" cy="264600"/>
          </a:xfrm>
          <a:prstGeom prst="rect">
            <a:avLst/>
          </a:prstGeom>
        </p:spPr>
        <p:txBody>
          <a:bodyPr wrap="square" lIns="81628" tIns="40814" rIns="81628" bIns="40814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300" b="0">
                <a:solidFill>
                  <a:schemeClr val="bg1"/>
                </a:solidFill>
              </a:defRPr>
            </a:lvl1pPr>
            <a:lvl2pPr marL="306107" indent="0" algn="ctr">
              <a:buNone/>
              <a:defRPr sz="1300"/>
            </a:lvl2pPr>
            <a:lvl3pPr marL="612213" indent="0" algn="ctr">
              <a:buNone/>
              <a:defRPr sz="1200"/>
            </a:lvl3pPr>
            <a:lvl4pPr marL="918320" indent="0" algn="ctr">
              <a:buNone/>
              <a:defRPr sz="1100"/>
            </a:lvl4pPr>
            <a:lvl5pPr marL="1224427" indent="0" algn="ctr">
              <a:buNone/>
              <a:defRPr sz="1100"/>
            </a:lvl5pPr>
            <a:lvl6pPr marL="1530534" indent="0" algn="ctr">
              <a:buNone/>
              <a:defRPr sz="1100"/>
            </a:lvl6pPr>
            <a:lvl7pPr marL="1836640" indent="0" algn="ctr">
              <a:buNone/>
              <a:defRPr sz="1100"/>
            </a:lvl7pPr>
            <a:lvl8pPr marL="2142747" indent="0" algn="ctr">
              <a:buNone/>
              <a:defRPr sz="1100"/>
            </a:lvl8pPr>
            <a:lvl9pPr marL="2448853" indent="0" algn="ctr">
              <a:buNone/>
              <a:defRPr sz="11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6258689" y="4510088"/>
            <a:ext cx="2696400" cy="2646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352" y="246890"/>
            <a:ext cx="1077414" cy="174586"/>
          </a:xfrm>
          <a:prstGeom prst="rect">
            <a:avLst/>
          </a:prstGeom>
        </p:spPr>
      </p:pic>
      <p:sp>
        <p:nvSpPr>
          <p:cNvPr id="18" name="Titre 11"/>
          <p:cNvSpPr>
            <a:spLocks noGrp="1"/>
          </p:cNvSpPr>
          <p:nvPr>
            <p:ph type="title" hasCustomPrompt="1"/>
          </p:nvPr>
        </p:nvSpPr>
        <p:spPr>
          <a:xfrm>
            <a:off x="1372180" y="1925196"/>
            <a:ext cx="7651171" cy="2237136"/>
          </a:xfrm>
          <a:prstGeom prst="rect">
            <a:avLst/>
          </a:prstGeom>
        </p:spPr>
        <p:txBody>
          <a:bodyPr lIns="81628" tIns="40814" rIns="81628" bIns="40814"/>
          <a:lstStyle>
            <a:lvl1pPr marL="0" indent="1037361" algn="l">
              <a:defRPr sz="5000" b="1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26917069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Risk Consulting_Tosca">
    <p:bg>
      <p:bgPr>
        <a:solidFill>
          <a:srgbClr val="9141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 userDrawn="1"/>
        </p:nvSpPr>
        <p:spPr>
          <a:xfrm>
            <a:off x="-4482" y="1286435"/>
            <a:ext cx="4468906" cy="3863789"/>
          </a:xfrm>
          <a:custGeom>
            <a:avLst/>
            <a:gdLst>
              <a:gd name="connsiteX0" fmla="*/ 4482 w 4468906"/>
              <a:gd name="connsiteY0" fmla="*/ 3482789 h 3863789"/>
              <a:gd name="connsiteX1" fmla="*/ 2711823 w 4468906"/>
              <a:gd name="connsiteY1" fmla="*/ 0 h 3863789"/>
              <a:gd name="connsiteX2" fmla="*/ 4468906 w 4468906"/>
              <a:gd name="connsiteY2" fmla="*/ 0 h 3863789"/>
              <a:gd name="connsiteX3" fmla="*/ 1488141 w 4468906"/>
              <a:gd name="connsiteY3" fmla="*/ 3863789 h 3863789"/>
              <a:gd name="connsiteX4" fmla="*/ 0 w 4468906"/>
              <a:gd name="connsiteY4" fmla="*/ 3863789 h 3863789"/>
              <a:gd name="connsiteX5" fmla="*/ 4482 w 4468906"/>
              <a:gd name="connsiteY5" fmla="*/ 3482789 h 3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8906" h="3863789">
                <a:moveTo>
                  <a:pt x="4482" y="3482789"/>
                </a:moveTo>
                <a:lnTo>
                  <a:pt x="2711823" y="0"/>
                </a:lnTo>
                <a:lnTo>
                  <a:pt x="4468906" y="0"/>
                </a:lnTo>
                <a:lnTo>
                  <a:pt x="1488141" y="3863789"/>
                </a:lnTo>
                <a:lnTo>
                  <a:pt x="0" y="3863789"/>
                </a:lnTo>
                <a:lnTo>
                  <a:pt x="4482" y="3482789"/>
                </a:lnTo>
                <a:close/>
              </a:path>
            </a:pathLst>
          </a:custGeom>
          <a:solidFill>
            <a:srgbClr val="919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258689" y="4759837"/>
            <a:ext cx="2696400" cy="264600"/>
          </a:xfrm>
          <a:prstGeom prst="rect">
            <a:avLst/>
          </a:prstGeom>
        </p:spPr>
        <p:txBody>
          <a:bodyPr wrap="square" lIns="81628" tIns="40814" rIns="81628" bIns="40814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300" b="0">
                <a:solidFill>
                  <a:schemeClr val="bg1"/>
                </a:solidFill>
              </a:defRPr>
            </a:lvl1pPr>
            <a:lvl2pPr marL="306107" indent="0" algn="ctr">
              <a:buNone/>
              <a:defRPr sz="1300"/>
            </a:lvl2pPr>
            <a:lvl3pPr marL="612213" indent="0" algn="ctr">
              <a:buNone/>
              <a:defRPr sz="1200"/>
            </a:lvl3pPr>
            <a:lvl4pPr marL="918320" indent="0" algn="ctr">
              <a:buNone/>
              <a:defRPr sz="1100"/>
            </a:lvl4pPr>
            <a:lvl5pPr marL="1224427" indent="0" algn="ctr">
              <a:buNone/>
              <a:defRPr sz="1100"/>
            </a:lvl5pPr>
            <a:lvl6pPr marL="1530534" indent="0" algn="ctr">
              <a:buNone/>
              <a:defRPr sz="1100"/>
            </a:lvl6pPr>
            <a:lvl7pPr marL="1836640" indent="0" algn="ctr">
              <a:buNone/>
              <a:defRPr sz="1100"/>
            </a:lvl7pPr>
            <a:lvl8pPr marL="2142747" indent="0" algn="ctr">
              <a:buNone/>
              <a:defRPr sz="1100"/>
            </a:lvl8pPr>
            <a:lvl9pPr marL="2448853" indent="0" algn="ctr">
              <a:buNone/>
              <a:defRPr sz="11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6258689" y="4510088"/>
            <a:ext cx="2696400" cy="2646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352" y="248222"/>
            <a:ext cx="1281066" cy="189894"/>
          </a:xfrm>
          <a:prstGeom prst="rect">
            <a:avLst/>
          </a:prstGeom>
        </p:spPr>
      </p:pic>
      <p:sp>
        <p:nvSpPr>
          <p:cNvPr id="18" name="Titre 11"/>
          <p:cNvSpPr>
            <a:spLocks noGrp="1"/>
          </p:cNvSpPr>
          <p:nvPr>
            <p:ph type="title" hasCustomPrompt="1"/>
          </p:nvPr>
        </p:nvSpPr>
        <p:spPr>
          <a:xfrm>
            <a:off x="1372180" y="1925196"/>
            <a:ext cx="7651171" cy="2237136"/>
          </a:xfrm>
          <a:prstGeom prst="rect">
            <a:avLst/>
          </a:prstGeom>
        </p:spPr>
        <p:txBody>
          <a:bodyPr lIns="81628" tIns="40814" rIns="81628" bIns="40814"/>
          <a:lstStyle>
            <a:lvl1pPr marL="0" indent="1037361" algn="l">
              <a:defRPr sz="5000" b="1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29676285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Tosca">
    <p:bg>
      <p:bgPr>
        <a:solidFill>
          <a:srgbClr val="9141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contenu 12"/>
          <p:cNvSpPr>
            <a:spLocks noGrp="1"/>
          </p:cNvSpPr>
          <p:nvPr>
            <p:ph sz="quarter" idx="11" hasCustomPrompt="1"/>
          </p:nvPr>
        </p:nvSpPr>
        <p:spPr>
          <a:xfrm>
            <a:off x="2647951" y="621506"/>
            <a:ext cx="3848100" cy="3871913"/>
          </a:xfrm>
          <a:prstGeom prst="rect">
            <a:avLst/>
          </a:prstGeom>
        </p:spPr>
        <p:txBody>
          <a:bodyPr lIns="81628" tIns="40814" rIns="81628" bIns="40814" anchor="ctr"/>
          <a:lstStyle>
            <a:lvl1pPr algn="ctr">
              <a:buNone/>
              <a:defRPr sz="26800" b="1">
                <a:solidFill>
                  <a:srgbClr val="9190AC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1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0" hasCustomPrompt="1"/>
          </p:nvPr>
        </p:nvSpPr>
        <p:spPr>
          <a:xfrm>
            <a:off x="0" y="2260569"/>
            <a:ext cx="9144000" cy="621506"/>
          </a:xfrm>
          <a:prstGeom prst="rect">
            <a:avLst/>
          </a:prstGeom>
        </p:spPr>
        <p:txBody>
          <a:bodyPr lIns="81628" tIns="40814" rIns="81628" bIns="40814" anchor="ctr"/>
          <a:lstStyle>
            <a:lvl1pPr algn="ctr">
              <a:buNone/>
              <a:defRPr sz="30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Chapter opening page</a:t>
            </a:r>
          </a:p>
        </p:txBody>
      </p:sp>
      <p:pic>
        <p:nvPicPr>
          <p:cNvPr id="7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066413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Tosca">
    <p:bg>
      <p:bgPr>
        <a:solidFill>
          <a:srgbClr val="9141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2433320" y="-5080"/>
            <a:ext cx="6720840" cy="5161280"/>
          </a:xfrm>
          <a:custGeom>
            <a:avLst/>
            <a:gdLst>
              <a:gd name="connsiteX0" fmla="*/ 4947920 w 6720840"/>
              <a:gd name="connsiteY0" fmla="*/ 0 h 5161280"/>
              <a:gd name="connsiteX1" fmla="*/ 0 w 6720840"/>
              <a:gd name="connsiteY1" fmla="*/ 5151120 h 5161280"/>
              <a:gd name="connsiteX2" fmla="*/ 6720840 w 6720840"/>
              <a:gd name="connsiteY2" fmla="*/ 5161280 h 5161280"/>
              <a:gd name="connsiteX3" fmla="*/ 6720840 w 6720840"/>
              <a:gd name="connsiteY3" fmla="*/ 5080 h 5161280"/>
              <a:gd name="connsiteX4" fmla="*/ 4947920 w 6720840"/>
              <a:gd name="connsiteY4" fmla="*/ 0 h 516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0840" h="5161280">
                <a:moveTo>
                  <a:pt x="4947920" y="0"/>
                </a:moveTo>
                <a:lnTo>
                  <a:pt x="0" y="5151120"/>
                </a:lnTo>
                <a:lnTo>
                  <a:pt x="6720840" y="5161280"/>
                </a:lnTo>
                <a:lnTo>
                  <a:pt x="6720840" y="5080"/>
                </a:lnTo>
                <a:lnTo>
                  <a:pt x="4947920" y="0"/>
                </a:lnTo>
                <a:close/>
              </a:path>
            </a:pathLst>
          </a:custGeom>
          <a:solidFill>
            <a:srgbClr val="919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1" hasCustomPrompt="1"/>
          </p:nvPr>
        </p:nvSpPr>
        <p:spPr>
          <a:xfrm>
            <a:off x="0" y="1935560"/>
            <a:ext cx="9144000" cy="12700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ctr">
              <a:buNone/>
              <a:defRPr sz="5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Text</a:t>
            </a:r>
          </a:p>
        </p:txBody>
      </p:sp>
      <p:pic>
        <p:nvPicPr>
          <p:cNvPr id="7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552674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_Tosca">
    <p:bg>
      <p:bgPr>
        <a:solidFill>
          <a:srgbClr val="9141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2433320" y="-5080"/>
            <a:ext cx="6720840" cy="5161280"/>
          </a:xfrm>
          <a:custGeom>
            <a:avLst/>
            <a:gdLst>
              <a:gd name="connsiteX0" fmla="*/ 4947920 w 6720840"/>
              <a:gd name="connsiteY0" fmla="*/ 0 h 5161280"/>
              <a:gd name="connsiteX1" fmla="*/ 0 w 6720840"/>
              <a:gd name="connsiteY1" fmla="*/ 5151120 h 5161280"/>
              <a:gd name="connsiteX2" fmla="*/ 6720840 w 6720840"/>
              <a:gd name="connsiteY2" fmla="*/ 5161280 h 5161280"/>
              <a:gd name="connsiteX3" fmla="*/ 6720840 w 6720840"/>
              <a:gd name="connsiteY3" fmla="*/ 5080 h 5161280"/>
              <a:gd name="connsiteX4" fmla="*/ 4947920 w 6720840"/>
              <a:gd name="connsiteY4" fmla="*/ 0 h 516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0840" h="5161280">
                <a:moveTo>
                  <a:pt x="4947920" y="0"/>
                </a:moveTo>
                <a:lnTo>
                  <a:pt x="0" y="5151120"/>
                </a:lnTo>
                <a:lnTo>
                  <a:pt x="6720840" y="5161280"/>
                </a:lnTo>
                <a:lnTo>
                  <a:pt x="6720840" y="5080"/>
                </a:lnTo>
                <a:lnTo>
                  <a:pt x="4947920" y="0"/>
                </a:lnTo>
                <a:close/>
              </a:path>
            </a:pathLst>
          </a:custGeom>
          <a:solidFill>
            <a:srgbClr val="919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3" y="265113"/>
            <a:ext cx="522000" cy="52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758645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12"/>
          <p:cNvSpPr>
            <a:spLocks noGrp="1"/>
          </p:cNvSpPr>
          <p:nvPr>
            <p:ph sz="quarter" idx="11" hasCustomPrompt="1"/>
          </p:nvPr>
        </p:nvSpPr>
        <p:spPr>
          <a:xfrm>
            <a:off x="2647951" y="621506"/>
            <a:ext cx="3848100" cy="3871913"/>
          </a:xfrm>
          <a:prstGeom prst="rect">
            <a:avLst/>
          </a:prstGeom>
        </p:spPr>
        <p:txBody>
          <a:bodyPr lIns="81628" tIns="40814" rIns="81628" bIns="40814" anchor="ctr"/>
          <a:lstStyle>
            <a:lvl1pPr algn="ctr">
              <a:buNone/>
              <a:defRPr sz="26800" b="1">
                <a:solidFill>
                  <a:srgbClr val="00AEC6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1</a:t>
            </a:r>
          </a:p>
        </p:txBody>
      </p:sp>
      <p:sp>
        <p:nvSpPr>
          <p:cNvPr id="7" name="Espace réservé du contenu 9"/>
          <p:cNvSpPr>
            <a:spLocks noGrp="1"/>
          </p:cNvSpPr>
          <p:nvPr>
            <p:ph sz="quarter" idx="10" hasCustomPrompt="1"/>
          </p:nvPr>
        </p:nvSpPr>
        <p:spPr>
          <a:xfrm>
            <a:off x="0" y="2260569"/>
            <a:ext cx="9144000" cy="621506"/>
          </a:xfrm>
          <a:prstGeom prst="rect">
            <a:avLst/>
          </a:prstGeom>
        </p:spPr>
        <p:txBody>
          <a:bodyPr lIns="81628" tIns="40814" rIns="81628" bIns="40814" anchor="ctr"/>
          <a:lstStyle>
            <a:lvl1pPr algn="ctr">
              <a:buNone/>
              <a:defRPr sz="3000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Chapter opening page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13" y="266700"/>
            <a:ext cx="521208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130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ommaire"/>
          <p:cNvSpPr>
            <a:spLocks noGrp="1"/>
          </p:cNvSpPr>
          <p:nvPr>
            <p:ph type="title" hasCustomPrompt="1"/>
          </p:nvPr>
        </p:nvSpPr>
        <p:spPr>
          <a:xfrm>
            <a:off x="265113" y="205978"/>
            <a:ext cx="8616434" cy="35282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4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 dirty="0"/>
              <a:t>Title 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265112" y="571705"/>
            <a:ext cx="8616434" cy="2855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>
                <a:solidFill>
                  <a:srgbClr val="027180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dirty="0"/>
              <a:t>Subtitle or next title (optional)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2" hasCustomPrompt="1"/>
          </p:nvPr>
        </p:nvSpPr>
        <p:spPr>
          <a:xfrm>
            <a:off x="265113" y="1127126"/>
            <a:ext cx="8624569" cy="3269614"/>
          </a:xfrm>
          <a:prstGeom prst="rect">
            <a:avLst/>
          </a:prstGeom>
        </p:spPr>
        <p:txBody>
          <a:bodyPr lIns="0" tIns="0" rIns="0" bIns="0"/>
          <a:lstStyle>
            <a:lvl1pPr marL="809625" indent="-809625">
              <a:buClr>
                <a:schemeClr val="tx2"/>
              </a:buClr>
              <a:buFont typeface="+mj-lt"/>
              <a:buAutoNum type="arabicPeriod"/>
              <a:defRPr sz="1600">
                <a:solidFill>
                  <a:schemeClr val="tx1"/>
                </a:solidFill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pic>
        <p:nvPicPr>
          <p:cNvPr id="10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81546" y="4877227"/>
            <a:ext cx="176979" cy="17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500253" y="4906460"/>
            <a:ext cx="2215515" cy="17502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of the presentation l Date</a:t>
            </a:r>
          </a:p>
        </p:txBody>
      </p:sp>
      <p:sp>
        <p:nvSpPr>
          <p:cNvPr id="14" name="Espace réservé du pied de page 3"/>
          <p:cNvSpPr>
            <a:spLocks noGrp="1"/>
          </p:cNvSpPr>
          <p:nvPr>
            <p:ph type="ftr" sz="quarter" idx="13"/>
          </p:nvPr>
        </p:nvSpPr>
        <p:spPr>
          <a:xfrm>
            <a:off x="3326957" y="4906460"/>
            <a:ext cx="2474912" cy="17502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CONFIDENTIALITY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472137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ommaire"/>
          <p:cNvSpPr>
            <a:spLocks noGrp="1"/>
          </p:cNvSpPr>
          <p:nvPr>
            <p:ph type="title" hasCustomPrompt="1"/>
          </p:nvPr>
        </p:nvSpPr>
        <p:spPr>
          <a:xfrm>
            <a:off x="265095" y="205978"/>
            <a:ext cx="8612016" cy="35282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4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 dirty="0"/>
              <a:t>Title 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265097" y="571705"/>
            <a:ext cx="8612016" cy="2855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>
                <a:solidFill>
                  <a:srgbClr val="027180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Subtitle or next title (optional)</a:t>
            </a:r>
          </a:p>
        </p:txBody>
      </p:sp>
      <p:pic>
        <p:nvPicPr>
          <p:cNvPr id="13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81546" y="4877227"/>
            <a:ext cx="176979" cy="17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Espace réservé du texte 11"/>
          <p:cNvSpPr>
            <a:spLocks noGrp="1"/>
          </p:cNvSpPr>
          <p:nvPr>
            <p:ph type="body" sz="quarter" idx="10" hasCustomPrompt="1"/>
          </p:nvPr>
        </p:nvSpPr>
        <p:spPr>
          <a:xfrm>
            <a:off x="265113" y="1126211"/>
            <a:ext cx="8616433" cy="3658695"/>
          </a:xfrm>
          <a:prstGeom prst="rect">
            <a:avLst/>
          </a:prstGeom>
        </p:spPr>
        <p:txBody>
          <a:bodyPr vert="horz" lIns="0" tIns="0" rIns="0" bIns="0"/>
          <a:lstStyle>
            <a:lvl1pPr marL="315916" indent="-315916">
              <a:buSzPct val="120000"/>
              <a:buFontTx/>
              <a:buBlip>
                <a:blip r:embed="rId3"/>
              </a:buBlip>
              <a:defRPr sz="1600">
                <a:solidFill>
                  <a:schemeClr val="tx1"/>
                </a:solidFill>
                <a:latin typeface="+mn-lt"/>
                <a:cs typeface="Arial"/>
              </a:defRPr>
            </a:lvl1pPr>
            <a:lvl2pPr marL="631831" indent="-213708">
              <a:buClr>
                <a:srgbClr val="00727A"/>
              </a:buClr>
              <a:buSzPct val="100000"/>
              <a:buFont typeface="Wingdings" pitchFamily="2" charset="2"/>
              <a:buChar char="à"/>
              <a:defRPr sz="1400" baseline="0">
                <a:solidFill>
                  <a:schemeClr val="tx1"/>
                </a:solidFill>
                <a:latin typeface="+mn-lt"/>
                <a:cs typeface="Arial"/>
              </a:defRPr>
            </a:lvl2pPr>
            <a:lvl3pPr marL="947747" indent="-213708">
              <a:buClr>
                <a:srgbClr val="004563"/>
              </a:buClr>
              <a:buSzPct val="100000"/>
              <a:buFont typeface="Source Sans Pro" pitchFamily="34" charset="0"/>
              <a:buChar char="–"/>
              <a:defRPr sz="1300" i="1">
                <a:solidFill>
                  <a:schemeClr val="tx1"/>
                </a:solidFill>
                <a:latin typeface="+mn-lt"/>
                <a:cs typeface="Arial"/>
              </a:defRPr>
            </a:lvl3pPr>
            <a:lvl4pPr marL="1152163" indent="-204416">
              <a:buFont typeface="Arial" pitchFamily="34" charset="0"/>
              <a:buChar char="•"/>
              <a:defRPr sz="900">
                <a:solidFill>
                  <a:schemeClr val="tx1"/>
                </a:solidFill>
                <a:latin typeface="+mn-lt"/>
              </a:defRPr>
            </a:lvl4pPr>
            <a:lvl5pPr marL="1365871" indent="-213708">
              <a:buFont typeface="Open Sans" pitchFamily="34" charset="0"/>
              <a:buChar char="&gt;"/>
              <a:defRPr sz="7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 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Espace réservé de la date 2"/>
          <p:cNvSpPr>
            <a:spLocks noGrp="1"/>
          </p:cNvSpPr>
          <p:nvPr>
            <p:ph type="dt" sz="half" idx="12"/>
          </p:nvPr>
        </p:nvSpPr>
        <p:spPr>
          <a:xfrm>
            <a:off x="500253" y="4906460"/>
            <a:ext cx="2215515" cy="17502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of the presentation l Date</a:t>
            </a:r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13"/>
          </p:nvPr>
        </p:nvSpPr>
        <p:spPr>
          <a:xfrm>
            <a:off x="3326957" y="4906460"/>
            <a:ext cx="2474912" cy="17502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CONFIDENTIALITY LEVEL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s/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ommaire"/>
          <p:cNvSpPr>
            <a:spLocks noGrp="1"/>
          </p:cNvSpPr>
          <p:nvPr>
            <p:ph type="title" hasCustomPrompt="1"/>
          </p:nvPr>
        </p:nvSpPr>
        <p:spPr>
          <a:xfrm>
            <a:off x="265113" y="205978"/>
            <a:ext cx="8616434" cy="35282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4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 dirty="0"/>
              <a:t>Title 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265112" y="571705"/>
            <a:ext cx="8616434" cy="2855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>
                <a:solidFill>
                  <a:srgbClr val="027180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r>
              <a:rPr lang="en-US" dirty="0"/>
              <a:t>Subtitle or next title (optional)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2" hasCustomPrompt="1"/>
          </p:nvPr>
        </p:nvSpPr>
        <p:spPr>
          <a:xfrm>
            <a:off x="265113" y="1230406"/>
            <a:ext cx="8616434" cy="2126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Table title</a:t>
            </a:r>
          </a:p>
        </p:txBody>
      </p:sp>
      <p:sp>
        <p:nvSpPr>
          <p:cNvPr id="5" name="Espace réservé du tableau 4"/>
          <p:cNvSpPr>
            <a:spLocks noGrp="1"/>
          </p:cNvSpPr>
          <p:nvPr>
            <p:ph type="tbl" sz="quarter" idx="13" hasCustomPrompt="1"/>
          </p:nvPr>
        </p:nvSpPr>
        <p:spPr>
          <a:xfrm>
            <a:off x="265113" y="1764506"/>
            <a:ext cx="8616434" cy="2624614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on the icon to add a table</a:t>
            </a:r>
            <a:endParaRPr lang="fr-FR" dirty="0"/>
          </a:p>
        </p:txBody>
      </p:sp>
      <p:sp>
        <p:nvSpPr>
          <p:cNvPr id="16" name="Espace réservé du texte 2"/>
          <p:cNvSpPr>
            <a:spLocks noGrp="1"/>
          </p:cNvSpPr>
          <p:nvPr>
            <p:ph type="body" sz="quarter" idx="14" hasCustomPrompt="1"/>
          </p:nvPr>
        </p:nvSpPr>
        <p:spPr>
          <a:xfrm>
            <a:off x="265113" y="1444719"/>
            <a:ext cx="8616434" cy="2340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Table subtitle</a:t>
            </a:r>
          </a:p>
        </p:txBody>
      </p:sp>
      <p:pic>
        <p:nvPicPr>
          <p:cNvPr id="10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81546" y="4877227"/>
            <a:ext cx="176979" cy="17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500253" y="4906460"/>
            <a:ext cx="2215515" cy="17502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Title of the presentation l Date</a:t>
            </a:r>
            <a:endParaRPr lang="en-US" noProof="0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15"/>
          </p:nvPr>
        </p:nvSpPr>
        <p:spPr>
          <a:xfrm>
            <a:off x="3326957" y="4906460"/>
            <a:ext cx="2474912" cy="17502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CONFIDENTIALITY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191808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gram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ommaire"/>
          <p:cNvSpPr>
            <a:spLocks noGrp="1"/>
          </p:cNvSpPr>
          <p:nvPr>
            <p:ph type="title" hasCustomPrompt="1"/>
          </p:nvPr>
        </p:nvSpPr>
        <p:spPr>
          <a:xfrm>
            <a:off x="265113" y="205978"/>
            <a:ext cx="8616434" cy="35282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4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 dirty="0"/>
              <a:t>Title 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265112" y="571705"/>
            <a:ext cx="8616434" cy="2855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3723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800">
                <a:solidFill>
                  <a:srgbClr val="027180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r>
              <a:rPr lang="en-US" dirty="0"/>
              <a:t>Subtitle or next title (optional)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2" hasCustomPrompt="1"/>
          </p:nvPr>
        </p:nvSpPr>
        <p:spPr>
          <a:xfrm>
            <a:off x="265113" y="1230406"/>
            <a:ext cx="4108884" cy="2126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16" name="Espace réservé du texte 2"/>
          <p:cNvSpPr>
            <a:spLocks noGrp="1"/>
          </p:cNvSpPr>
          <p:nvPr>
            <p:ph type="body" sz="quarter" idx="14" hasCustomPrompt="1"/>
          </p:nvPr>
        </p:nvSpPr>
        <p:spPr>
          <a:xfrm>
            <a:off x="265113" y="1444719"/>
            <a:ext cx="4108884" cy="2340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subtitle</a:t>
            </a:r>
          </a:p>
        </p:txBody>
      </p:sp>
      <p:sp>
        <p:nvSpPr>
          <p:cNvPr id="4" name="Espace réservé du graphique 3"/>
          <p:cNvSpPr>
            <a:spLocks noGrp="1"/>
          </p:cNvSpPr>
          <p:nvPr>
            <p:ph type="chart" sz="quarter" idx="15" hasCustomPrompt="1"/>
          </p:nvPr>
        </p:nvSpPr>
        <p:spPr>
          <a:xfrm>
            <a:off x="265113" y="1778794"/>
            <a:ext cx="4108884" cy="2615406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on the icon to add a graph</a:t>
            </a:r>
            <a:endParaRPr lang="fr-FR" dirty="0"/>
          </a:p>
        </p:txBody>
      </p:sp>
      <p:sp>
        <p:nvSpPr>
          <p:cNvPr id="22" name="Espace réservé du texte 2"/>
          <p:cNvSpPr>
            <a:spLocks noGrp="1"/>
          </p:cNvSpPr>
          <p:nvPr>
            <p:ph type="body" sz="quarter" idx="16" hasCustomPrompt="1"/>
          </p:nvPr>
        </p:nvSpPr>
        <p:spPr>
          <a:xfrm>
            <a:off x="4570413" y="1230406"/>
            <a:ext cx="4310062" cy="2126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23" name="Espace réservé du texte 2"/>
          <p:cNvSpPr>
            <a:spLocks noGrp="1"/>
          </p:cNvSpPr>
          <p:nvPr>
            <p:ph type="body" sz="quarter" idx="17" hasCustomPrompt="1"/>
          </p:nvPr>
        </p:nvSpPr>
        <p:spPr>
          <a:xfrm>
            <a:off x="4570413" y="1444719"/>
            <a:ext cx="4310062" cy="2340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subtitle</a:t>
            </a:r>
          </a:p>
        </p:txBody>
      </p:sp>
      <p:sp>
        <p:nvSpPr>
          <p:cNvPr id="24" name="Espace réservé du graphique 3"/>
          <p:cNvSpPr>
            <a:spLocks noGrp="1"/>
          </p:cNvSpPr>
          <p:nvPr>
            <p:ph type="chart" sz="quarter" idx="18" hasCustomPrompt="1"/>
          </p:nvPr>
        </p:nvSpPr>
        <p:spPr>
          <a:xfrm>
            <a:off x="4570413" y="1778794"/>
            <a:ext cx="4310062" cy="2615406"/>
          </a:xfrm>
          <a:prstGeom prst="rect">
            <a:avLst/>
          </a:prstGeom>
        </p:spPr>
        <p:txBody>
          <a:bodyPr anchor="ctr"/>
          <a:lstStyle>
            <a:lvl1pPr marL="0" marR="0" indent="0" algn="ctr" defTabSz="913723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on the icon to add a graph</a:t>
            </a:r>
            <a:endParaRPr lang="fr-FR" dirty="0"/>
          </a:p>
        </p:txBody>
      </p:sp>
      <p:pic>
        <p:nvPicPr>
          <p:cNvPr id="13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81546" y="4877227"/>
            <a:ext cx="176979" cy="17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500253" y="4906460"/>
            <a:ext cx="2215515" cy="17502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Title of the presentation l Date</a:t>
            </a:r>
            <a:endParaRPr lang="en-US" noProof="0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19"/>
          </p:nvPr>
        </p:nvSpPr>
        <p:spPr>
          <a:xfrm>
            <a:off x="3326957" y="4906460"/>
            <a:ext cx="2474912" cy="17502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CONFIDENTIALITY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33534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gr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ommaire"/>
          <p:cNvSpPr>
            <a:spLocks noGrp="1"/>
          </p:cNvSpPr>
          <p:nvPr>
            <p:ph type="title" hasCustomPrompt="1"/>
          </p:nvPr>
        </p:nvSpPr>
        <p:spPr>
          <a:xfrm>
            <a:off x="265113" y="205978"/>
            <a:ext cx="8616434" cy="35282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4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 dirty="0"/>
              <a:t>Title 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265112" y="571705"/>
            <a:ext cx="8616434" cy="2855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>
                <a:solidFill>
                  <a:srgbClr val="027180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r>
              <a:rPr lang="en-US" dirty="0"/>
              <a:t>Subtitle or next title (optional)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2" hasCustomPrompt="1"/>
          </p:nvPr>
        </p:nvSpPr>
        <p:spPr>
          <a:xfrm>
            <a:off x="265113" y="1230406"/>
            <a:ext cx="4108884" cy="2126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16" name="Espace réservé du texte 2"/>
          <p:cNvSpPr>
            <a:spLocks noGrp="1"/>
          </p:cNvSpPr>
          <p:nvPr>
            <p:ph type="body" sz="quarter" idx="14" hasCustomPrompt="1"/>
          </p:nvPr>
        </p:nvSpPr>
        <p:spPr>
          <a:xfrm>
            <a:off x="265113" y="1444719"/>
            <a:ext cx="4108884" cy="2340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subtitle</a:t>
            </a:r>
          </a:p>
        </p:txBody>
      </p:sp>
      <p:sp>
        <p:nvSpPr>
          <p:cNvPr id="4" name="Espace réservé du graphique 3"/>
          <p:cNvSpPr>
            <a:spLocks noGrp="1"/>
          </p:cNvSpPr>
          <p:nvPr>
            <p:ph type="chart" sz="quarter" idx="15" hasCustomPrompt="1"/>
          </p:nvPr>
        </p:nvSpPr>
        <p:spPr>
          <a:xfrm>
            <a:off x="265113" y="1778794"/>
            <a:ext cx="4108884" cy="1150144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on the icon to add a graph</a:t>
            </a:r>
          </a:p>
        </p:txBody>
      </p:sp>
      <p:sp>
        <p:nvSpPr>
          <p:cNvPr id="22" name="Espace réservé du texte 2"/>
          <p:cNvSpPr>
            <a:spLocks noGrp="1"/>
          </p:cNvSpPr>
          <p:nvPr>
            <p:ph type="body" sz="quarter" idx="16" hasCustomPrompt="1"/>
          </p:nvPr>
        </p:nvSpPr>
        <p:spPr>
          <a:xfrm>
            <a:off x="4611357" y="1230406"/>
            <a:ext cx="4269118" cy="2126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23" name="Espace réservé du texte 2"/>
          <p:cNvSpPr>
            <a:spLocks noGrp="1"/>
          </p:cNvSpPr>
          <p:nvPr>
            <p:ph type="body" sz="quarter" idx="17" hasCustomPrompt="1"/>
          </p:nvPr>
        </p:nvSpPr>
        <p:spPr>
          <a:xfrm>
            <a:off x="4611357" y="1444719"/>
            <a:ext cx="4269118" cy="2340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subtitle</a:t>
            </a:r>
          </a:p>
        </p:txBody>
      </p:sp>
      <p:sp>
        <p:nvSpPr>
          <p:cNvPr id="24" name="Espace réservé du graphique 3"/>
          <p:cNvSpPr>
            <a:spLocks noGrp="1"/>
          </p:cNvSpPr>
          <p:nvPr>
            <p:ph type="chart" sz="quarter" idx="18" hasCustomPrompt="1"/>
          </p:nvPr>
        </p:nvSpPr>
        <p:spPr>
          <a:xfrm>
            <a:off x="4611357" y="1778794"/>
            <a:ext cx="4269118" cy="1150144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on the icon to add a graph</a:t>
            </a:r>
          </a:p>
        </p:txBody>
      </p:sp>
      <p:sp>
        <p:nvSpPr>
          <p:cNvPr id="13" name="Espace réservé du texte 2"/>
          <p:cNvSpPr>
            <a:spLocks noGrp="1"/>
          </p:cNvSpPr>
          <p:nvPr>
            <p:ph type="body" sz="quarter" idx="19" hasCustomPrompt="1"/>
          </p:nvPr>
        </p:nvSpPr>
        <p:spPr>
          <a:xfrm>
            <a:off x="265113" y="3073494"/>
            <a:ext cx="4108884" cy="2126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14" name="Espace réservé du texte 2"/>
          <p:cNvSpPr>
            <a:spLocks noGrp="1"/>
          </p:cNvSpPr>
          <p:nvPr>
            <p:ph type="body" sz="quarter" idx="20" hasCustomPrompt="1"/>
          </p:nvPr>
        </p:nvSpPr>
        <p:spPr>
          <a:xfrm>
            <a:off x="265113" y="3287807"/>
            <a:ext cx="4108884" cy="2340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subtitle</a:t>
            </a:r>
          </a:p>
        </p:txBody>
      </p:sp>
      <p:sp>
        <p:nvSpPr>
          <p:cNvPr id="15" name="Espace réservé du graphique 3"/>
          <p:cNvSpPr>
            <a:spLocks noGrp="1"/>
          </p:cNvSpPr>
          <p:nvPr>
            <p:ph type="chart" sz="quarter" idx="21" hasCustomPrompt="1"/>
          </p:nvPr>
        </p:nvSpPr>
        <p:spPr>
          <a:xfrm>
            <a:off x="265113" y="3621882"/>
            <a:ext cx="4108884" cy="1150144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on the icon to add a graph</a:t>
            </a:r>
          </a:p>
        </p:txBody>
      </p:sp>
      <p:sp>
        <p:nvSpPr>
          <p:cNvPr id="17" name="Espace réservé du texte 2"/>
          <p:cNvSpPr>
            <a:spLocks noGrp="1"/>
          </p:cNvSpPr>
          <p:nvPr>
            <p:ph type="body" sz="quarter" idx="22" hasCustomPrompt="1"/>
          </p:nvPr>
        </p:nvSpPr>
        <p:spPr>
          <a:xfrm>
            <a:off x="4611357" y="3073494"/>
            <a:ext cx="4269118" cy="2126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18" name="Espace réservé du texte 2"/>
          <p:cNvSpPr>
            <a:spLocks noGrp="1"/>
          </p:cNvSpPr>
          <p:nvPr>
            <p:ph type="body" sz="quarter" idx="23" hasCustomPrompt="1"/>
          </p:nvPr>
        </p:nvSpPr>
        <p:spPr>
          <a:xfrm>
            <a:off x="4611357" y="3287807"/>
            <a:ext cx="4269118" cy="2340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subtitle</a:t>
            </a:r>
          </a:p>
        </p:txBody>
      </p:sp>
      <p:sp>
        <p:nvSpPr>
          <p:cNvPr id="19" name="Espace réservé du graphique 3"/>
          <p:cNvSpPr>
            <a:spLocks noGrp="1"/>
          </p:cNvSpPr>
          <p:nvPr>
            <p:ph type="chart" sz="quarter" idx="24" hasCustomPrompt="1"/>
          </p:nvPr>
        </p:nvSpPr>
        <p:spPr>
          <a:xfrm>
            <a:off x="4611357" y="3621882"/>
            <a:ext cx="4269118" cy="1150144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on the icon to add a graph</a:t>
            </a:r>
          </a:p>
        </p:txBody>
      </p:sp>
      <p:pic>
        <p:nvPicPr>
          <p:cNvPr id="20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81546" y="4877227"/>
            <a:ext cx="176979" cy="17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500253" y="4906460"/>
            <a:ext cx="2215515" cy="17502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Title of the presentation l Date</a:t>
            </a:r>
            <a:endParaRPr lang="en-US" noProof="0" dirty="0"/>
          </a:p>
        </p:txBody>
      </p:sp>
      <p:sp>
        <p:nvSpPr>
          <p:cNvPr id="25" name="Espace réservé du pied de page 3"/>
          <p:cNvSpPr>
            <a:spLocks noGrp="1"/>
          </p:cNvSpPr>
          <p:nvPr>
            <p:ph type="ftr" sz="quarter" idx="25"/>
          </p:nvPr>
        </p:nvSpPr>
        <p:spPr>
          <a:xfrm>
            <a:off x="3326957" y="4906460"/>
            <a:ext cx="2474912" cy="17502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CONFIDENTIALITY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155032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ommaire"/>
          <p:cNvSpPr>
            <a:spLocks noGrp="1"/>
          </p:cNvSpPr>
          <p:nvPr>
            <p:ph type="title" hasCustomPrompt="1"/>
          </p:nvPr>
        </p:nvSpPr>
        <p:spPr>
          <a:xfrm>
            <a:off x="265112" y="205978"/>
            <a:ext cx="8616433" cy="35282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4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 dirty="0"/>
              <a:t>Title 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265111" y="571705"/>
            <a:ext cx="8616433" cy="2855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>
                <a:solidFill>
                  <a:srgbClr val="027180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Subtitle or next title (optional)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2" hasCustomPrompt="1"/>
          </p:nvPr>
        </p:nvSpPr>
        <p:spPr>
          <a:xfrm>
            <a:off x="265113" y="1230406"/>
            <a:ext cx="3219680" cy="2126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16" name="Espace réservé du texte 2"/>
          <p:cNvSpPr>
            <a:spLocks noGrp="1"/>
          </p:cNvSpPr>
          <p:nvPr>
            <p:ph type="body" sz="quarter" idx="14" hasCustomPrompt="1"/>
          </p:nvPr>
        </p:nvSpPr>
        <p:spPr>
          <a:xfrm>
            <a:off x="265113" y="1444719"/>
            <a:ext cx="3240000" cy="2340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subtitle</a:t>
            </a:r>
          </a:p>
        </p:txBody>
      </p:sp>
      <p:sp>
        <p:nvSpPr>
          <p:cNvPr id="4" name="Espace réservé du graphique 3"/>
          <p:cNvSpPr>
            <a:spLocks noGrp="1"/>
          </p:cNvSpPr>
          <p:nvPr>
            <p:ph type="chart" sz="quarter" idx="15" hasCustomPrompt="1"/>
          </p:nvPr>
        </p:nvSpPr>
        <p:spPr>
          <a:xfrm>
            <a:off x="265113" y="1778794"/>
            <a:ext cx="3188564" cy="2610326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on</a:t>
            </a:r>
          </a:p>
          <a:p>
            <a:r>
              <a:rPr lang="en-US" dirty="0"/>
              <a:t> the icon to add a graph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6" hasCustomPrompt="1"/>
          </p:nvPr>
        </p:nvSpPr>
        <p:spPr>
          <a:xfrm>
            <a:off x="3796367" y="1788161"/>
            <a:ext cx="5085179" cy="2600960"/>
          </a:xfrm>
          <a:prstGeom prst="rect">
            <a:avLst/>
          </a:prstGeom>
        </p:spPr>
        <p:txBody>
          <a:bodyPr lIns="0" tIns="0" rIns="0" bIns="0"/>
          <a:lstStyle>
            <a:lvl1pPr marL="341345" indent="-341345">
              <a:buSzPct val="120000"/>
              <a:buFontTx/>
              <a:buBlip>
                <a:blip r:embed="rId2"/>
              </a:buBlip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pic>
        <p:nvPicPr>
          <p:cNvPr id="13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81546" y="4877227"/>
            <a:ext cx="176979" cy="17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500253" y="4906460"/>
            <a:ext cx="2215515" cy="17502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Title of the presentation l Date</a:t>
            </a:r>
            <a:endParaRPr lang="en-US" noProof="0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17"/>
          </p:nvPr>
        </p:nvSpPr>
        <p:spPr>
          <a:xfrm>
            <a:off x="3326957" y="4906460"/>
            <a:ext cx="2474912" cy="17502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CONFIDENTIALITY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18924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3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500253" y="4906460"/>
            <a:ext cx="2215515" cy="17502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Title of the presentation l Date</a:t>
            </a:r>
            <a:endParaRPr lang="en-US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326957" y="4906460"/>
            <a:ext cx="2474912" cy="17502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CONFIDENTIALITY LEVEL</a:t>
            </a:r>
            <a:endParaRPr lang="en-US" noProof="0" dirty="0"/>
          </a:p>
        </p:txBody>
      </p:sp>
      <p:sp>
        <p:nvSpPr>
          <p:cNvPr id="20" name="Espace réservé du texte 19"/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1223684"/>
            <a:ext cx="2520950" cy="108000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21" name="Espace réservé du texte 19"/>
          <p:cNvSpPr>
            <a:spLocks noGrp="1"/>
          </p:cNvSpPr>
          <p:nvPr>
            <p:ph type="body" sz="quarter" idx="15" hasCustomPrompt="1"/>
          </p:nvPr>
        </p:nvSpPr>
        <p:spPr>
          <a:xfrm>
            <a:off x="3312000" y="1223684"/>
            <a:ext cx="2520950" cy="108000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Espace réservé du texte 19"/>
          <p:cNvSpPr>
            <a:spLocks noGrp="1"/>
          </p:cNvSpPr>
          <p:nvPr>
            <p:ph type="body" sz="quarter" idx="16" hasCustomPrompt="1"/>
          </p:nvPr>
        </p:nvSpPr>
        <p:spPr>
          <a:xfrm>
            <a:off x="6227050" y="1223684"/>
            <a:ext cx="2520950" cy="108000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Espace réservé du texte 24"/>
          <p:cNvSpPr>
            <a:spLocks noGrp="1"/>
          </p:cNvSpPr>
          <p:nvPr>
            <p:ph type="body" sz="quarter" idx="17" hasCustomPrompt="1"/>
          </p:nvPr>
        </p:nvSpPr>
        <p:spPr>
          <a:xfrm>
            <a:off x="396000" y="2447365"/>
            <a:ext cx="2520000" cy="1218009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SzPct val="120000"/>
              <a:buFontTx/>
              <a:buBlip>
                <a:blip r:embed="rId2"/>
              </a:buBlip>
              <a:defRPr sz="140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30" name="Espace réservé du texte 24"/>
          <p:cNvSpPr>
            <a:spLocks noGrp="1"/>
          </p:cNvSpPr>
          <p:nvPr>
            <p:ph type="body" sz="quarter" idx="18" hasCustomPrompt="1"/>
          </p:nvPr>
        </p:nvSpPr>
        <p:spPr>
          <a:xfrm>
            <a:off x="3312950" y="2447365"/>
            <a:ext cx="2520000" cy="1218009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SzPct val="120000"/>
              <a:buFontTx/>
              <a:buBlip>
                <a:blip r:embed="rId2"/>
              </a:buBlip>
              <a:defRPr sz="140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31" name="Espace réservé du texte 24"/>
          <p:cNvSpPr>
            <a:spLocks noGrp="1"/>
          </p:cNvSpPr>
          <p:nvPr>
            <p:ph type="body" sz="quarter" idx="19" hasCustomPrompt="1"/>
          </p:nvPr>
        </p:nvSpPr>
        <p:spPr>
          <a:xfrm>
            <a:off x="6228000" y="2447365"/>
            <a:ext cx="2520000" cy="1218009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SzPct val="120000"/>
              <a:buFontTx/>
              <a:buBlip>
                <a:blip r:embed="rId2"/>
              </a:buBlip>
              <a:defRPr sz="140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pic>
        <p:nvPicPr>
          <p:cNvPr id="12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81546" y="4877227"/>
            <a:ext cx="176979" cy="17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Sommaire"/>
          <p:cNvSpPr>
            <a:spLocks noGrp="1"/>
          </p:cNvSpPr>
          <p:nvPr>
            <p:ph type="title" hasCustomPrompt="1"/>
          </p:nvPr>
        </p:nvSpPr>
        <p:spPr>
          <a:xfrm>
            <a:off x="265112" y="205978"/>
            <a:ext cx="8615363" cy="35282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4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 dirty="0"/>
              <a:t>Title </a:t>
            </a:r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20" hasCustomPrompt="1"/>
          </p:nvPr>
        </p:nvSpPr>
        <p:spPr>
          <a:xfrm>
            <a:off x="265111" y="571705"/>
            <a:ext cx="8615363" cy="2855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>
                <a:solidFill>
                  <a:srgbClr val="027180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dirty="0"/>
              <a:t>Subtitle or next title (optional)</a:t>
            </a:r>
          </a:p>
        </p:txBody>
      </p:sp>
    </p:spTree>
    <p:extLst>
      <p:ext uri="{BB962C8B-B14F-4D97-AF65-F5344CB8AC3E}">
        <p14:creationId xmlns:p14="http://schemas.microsoft.com/office/powerpoint/2010/main" val="32635169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 bl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texte 19"/>
          <p:cNvSpPr>
            <a:spLocks noGrp="1"/>
          </p:cNvSpPr>
          <p:nvPr>
            <p:ph type="body" sz="quarter" idx="17" hasCustomPrompt="1"/>
          </p:nvPr>
        </p:nvSpPr>
        <p:spPr>
          <a:xfrm>
            <a:off x="5564088" y="1478774"/>
            <a:ext cx="3257177" cy="2185953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500253" y="4906460"/>
            <a:ext cx="2215515" cy="17502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Title of the presentation l Date</a:t>
            </a:r>
            <a:endParaRPr lang="en-US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326957" y="4906460"/>
            <a:ext cx="2474912" cy="17502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CONFIDENTIALITY LEVEL</a:t>
            </a:r>
            <a:endParaRPr lang="en-US" noProof="0" dirty="0"/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16" hasCustomPrompt="1"/>
          </p:nvPr>
        </p:nvSpPr>
        <p:spPr>
          <a:xfrm>
            <a:off x="265113" y="1478775"/>
            <a:ext cx="4305301" cy="2185952"/>
          </a:xfrm>
          <a:prstGeom prst="rect">
            <a:avLst/>
          </a:prstGeom>
        </p:spPr>
        <p:txBody>
          <a:bodyPr lIns="0" tIns="0" rIns="0" bIns="0" anchor="ctr"/>
          <a:lstStyle>
            <a:lvl1pPr marL="341345" indent="-341345">
              <a:buSzPct val="120000"/>
              <a:buFontTx/>
              <a:buBlip>
                <a:blip r:embed="rId2"/>
              </a:buBlip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pic>
        <p:nvPicPr>
          <p:cNvPr id="11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81546" y="4877227"/>
            <a:ext cx="176979" cy="17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Sommaire"/>
          <p:cNvSpPr>
            <a:spLocks noGrp="1"/>
          </p:cNvSpPr>
          <p:nvPr>
            <p:ph type="title" hasCustomPrompt="1"/>
          </p:nvPr>
        </p:nvSpPr>
        <p:spPr>
          <a:xfrm>
            <a:off x="265112" y="205978"/>
            <a:ext cx="8788887" cy="35282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4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 dirty="0"/>
              <a:t>Title </a:t>
            </a:r>
          </a:p>
        </p:txBody>
      </p:sp>
      <p:sp>
        <p:nvSpPr>
          <p:cNvPr id="18" name="Espace réservé du texte 4"/>
          <p:cNvSpPr>
            <a:spLocks noGrp="1"/>
          </p:cNvSpPr>
          <p:nvPr>
            <p:ph type="body" sz="quarter" idx="18" hasCustomPrompt="1"/>
          </p:nvPr>
        </p:nvSpPr>
        <p:spPr>
          <a:xfrm>
            <a:off x="265111" y="571705"/>
            <a:ext cx="8788887" cy="2855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>
                <a:solidFill>
                  <a:srgbClr val="027180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dirty="0"/>
              <a:t>Subtitle or next title (optional)</a:t>
            </a:r>
          </a:p>
        </p:txBody>
      </p:sp>
      <p:grpSp>
        <p:nvGrpSpPr>
          <p:cNvPr id="20" name="Groupe 5"/>
          <p:cNvGrpSpPr/>
          <p:nvPr userDrawn="1"/>
        </p:nvGrpSpPr>
        <p:grpSpPr>
          <a:xfrm>
            <a:off x="4326923" y="2198769"/>
            <a:ext cx="743595" cy="742788"/>
            <a:chOff x="-1206500" y="1404938"/>
            <a:chExt cx="1463675" cy="1462087"/>
          </a:xfrm>
        </p:grpSpPr>
        <p:sp>
          <p:nvSpPr>
            <p:cNvPr id="21" name="Freeform 5"/>
            <p:cNvSpPr>
              <a:spLocks/>
            </p:cNvSpPr>
            <p:nvPr/>
          </p:nvSpPr>
          <p:spPr bwMode="auto">
            <a:xfrm>
              <a:off x="-1206500" y="1404938"/>
              <a:ext cx="1463675" cy="1462087"/>
            </a:xfrm>
            <a:custGeom>
              <a:avLst/>
              <a:gdLst/>
              <a:ahLst/>
              <a:cxnLst>
                <a:cxn ang="0">
                  <a:pos x="1842" y="969"/>
                </a:cxn>
                <a:cxn ang="0">
                  <a:pos x="1824" y="1107"/>
                </a:cxn>
                <a:cxn ang="0">
                  <a:pos x="1787" y="1237"/>
                </a:cxn>
                <a:cxn ang="0">
                  <a:pos x="1732" y="1361"/>
                </a:cxn>
                <a:cxn ang="0">
                  <a:pos x="1660" y="1473"/>
                </a:cxn>
                <a:cxn ang="0">
                  <a:pos x="1574" y="1572"/>
                </a:cxn>
                <a:cxn ang="0">
                  <a:pos x="1473" y="1660"/>
                </a:cxn>
                <a:cxn ang="0">
                  <a:pos x="1361" y="1731"/>
                </a:cxn>
                <a:cxn ang="0">
                  <a:pos x="1239" y="1787"/>
                </a:cxn>
                <a:cxn ang="0">
                  <a:pos x="1107" y="1824"/>
                </a:cxn>
                <a:cxn ang="0">
                  <a:pos x="969" y="1842"/>
                </a:cxn>
                <a:cxn ang="0">
                  <a:pos x="875" y="1842"/>
                </a:cxn>
                <a:cxn ang="0">
                  <a:pos x="737" y="1824"/>
                </a:cxn>
                <a:cxn ang="0">
                  <a:pos x="605" y="1787"/>
                </a:cxn>
                <a:cxn ang="0">
                  <a:pos x="483" y="1731"/>
                </a:cxn>
                <a:cxn ang="0">
                  <a:pos x="371" y="1660"/>
                </a:cxn>
                <a:cxn ang="0">
                  <a:pos x="270" y="1572"/>
                </a:cxn>
                <a:cxn ang="0">
                  <a:pos x="184" y="1473"/>
                </a:cxn>
                <a:cxn ang="0">
                  <a:pos x="111" y="1361"/>
                </a:cxn>
                <a:cxn ang="0">
                  <a:pos x="55" y="1237"/>
                </a:cxn>
                <a:cxn ang="0">
                  <a:pos x="20" y="1107"/>
                </a:cxn>
                <a:cxn ang="0">
                  <a:pos x="2" y="969"/>
                </a:cxn>
                <a:cxn ang="0">
                  <a:pos x="2" y="873"/>
                </a:cxn>
                <a:cxn ang="0">
                  <a:pos x="20" y="735"/>
                </a:cxn>
                <a:cxn ang="0">
                  <a:pos x="55" y="605"/>
                </a:cxn>
                <a:cxn ang="0">
                  <a:pos x="111" y="481"/>
                </a:cxn>
                <a:cxn ang="0">
                  <a:pos x="184" y="369"/>
                </a:cxn>
                <a:cxn ang="0">
                  <a:pos x="270" y="270"/>
                </a:cxn>
                <a:cxn ang="0">
                  <a:pos x="371" y="182"/>
                </a:cxn>
                <a:cxn ang="0">
                  <a:pos x="483" y="111"/>
                </a:cxn>
                <a:cxn ang="0">
                  <a:pos x="605" y="55"/>
                </a:cxn>
                <a:cxn ang="0">
                  <a:pos x="737" y="18"/>
                </a:cxn>
                <a:cxn ang="0">
                  <a:pos x="875" y="0"/>
                </a:cxn>
                <a:cxn ang="0">
                  <a:pos x="969" y="0"/>
                </a:cxn>
                <a:cxn ang="0">
                  <a:pos x="1107" y="18"/>
                </a:cxn>
                <a:cxn ang="0">
                  <a:pos x="1239" y="55"/>
                </a:cxn>
                <a:cxn ang="0">
                  <a:pos x="1361" y="111"/>
                </a:cxn>
                <a:cxn ang="0">
                  <a:pos x="1473" y="182"/>
                </a:cxn>
                <a:cxn ang="0">
                  <a:pos x="1574" y="270"/>
                </a:cxn>
                <a:cxn ang="0">
                  <a:pos x="1660" y="369"/>
                </a:cxn>
                <a:cxn ang="0">
                  <a:pos x="1732" y="481"/>
                </a:cxn>
                <a:cxn ang="0">
                  <a:pos x="1787" y="605"/>
                </a:cxn>
                <a:cxn ang="0">
                  <a:pos x="1824" y="735"/>
                </a:cxn>
                <a:cxn ang="0">
                  <a:pos x="1842" y="873"/>
                </a:cxn>
              </a:cxnLst>
              <a:rect l="0" t="0" r="r" b="b"/>
              <a:pathLst>
                <a:path w="1844" h="1842">
                  <a:moveTo>
                    <a:pt x="1844" y="922"/>
                  </a:moveTo>
                  <a:lnTo>
                    <a:pt x="1844" y="922"/>
                  </a:lnTo>
                  <a:lnTo>
                    <a:pt x="1842" y="969"/>
                  </a:lnTo>
                  <a:lnTo>
                    <a:pt x="1839" y="1014"/>
                  </a:lnTo>
                  <a:lnTo>
                    <a:pt x="1833" y="1062"/>
                  </a:lnTo>
                  <a:lnTo>
                    <a:pt x="1824" y="1107"/>
                  </a:lnTo>
                  <a:lnTo>
                    <a:pt x="1815" y="1151"/>
                  </a:lnTo>
                  <a:lnTo>
                    <a:pt x="1802" y="1195"/>
                  </a:lnTo>
                  <a:lnTo>
                    <a:pt x="1787" y="1237"/>
                  </a:lnTo>
                  <a:lnTo>
                    <a:pt x="1771" y="1279"/>
                  </a:lnTo>
                  <a:lnTo>
                    <a:pt x="1753" y="1320"/>
                  </a:lnTo>
                  <a:lnTo>
                    <a:pt x="1732" y="1361"/>
                  </a:lnTo>
                  <a:lnTo>
                    <a:pt x="1711" y="1398"/>
                  </a:lnTo>
                  <a:lnTo>
                    <a:pt x="1686" y="1436"/>
                  </a:lnTo>
                  <a:lnTo>
                    <a:pt x="1660" y="1473"/>
                  </a:lnTo>
                  <a:lnTo>
                    <a:pt x="1633" y="1507"/>
                  </a:lnTo>
                  <a:lnTo>
                    <a:pt x="1605" y="1541"/>
                  </a:lnTo>
                  <a:lnTo>
                    <a:pt x="1574" y="1572"/>
                  </a:lnTo>
                  <a:lnTo>
                    <a:pt x="1542" y="1603"/>
                  </a:lnTo>
                  <a:lnTo>
                    <a:pt x="1509" y="1632"/>
                  </a:lnTo>
                  <a:lnTo>
                    <a:pt x="1473" y="1660"/>
                  </a:lnTo>
                  <a:lnTo>
                    <a:pt x="1437" y="1686"/>
                  </a:lnTo>
                  <a:lnTo>
                    <a:pt x="1400" y="1709"/>
                  </a:lnTo>
                  <a:lnTo>
                    <a:pt x="1361" y="1731"/>
                  </a:lnTo>
                  <a:lnTo>
                    <a:pt x="1322" y="1753"/>
                  </a:lnTo>
                  <a:lnTo>
                    <a:pt x="1281" y="1770"/>
                  </a:lnTo>
                  <a:lnTo>
                    <a:pt x="1239" y="1787"/>
                  </a:lnTo>
                  <a:lnTo>
                    <a:pt x="1197" y="1801"/>
                  </a:lnTo>
                  <a:lnTo>
                    <a:pt x="1153" y="1814"/>
                  </a:lnTo>
                  <a:lnTo>
                    <a:pt x="1107" y="1824"/>
                  </a:lnTo>
                  <a:lnTo>
                    <a:pt x="1062" y="1832"/>
                  </a:lnTo>
                  <a:lnTo>
                    <a:pt x="1016" y="1839"/>
                  </a:lnTo>
                  <a:lnTo>
                    <a:pt x="969" y="1842"/>
                  </a:lnTo>
                  <a:lnTo>
                    <a:pt x="922" y="1842"/>
                  </a:lnTo>
                  <a:lnTo>
                    <a:pt x="922" y="1842"/>
                  </a:lnTo>
                  <a:lnTo>
                    <a:pt x="875" y="1842"/>
                  </a:lnTo>
                  <a:lnTo>
                    <a:pt x="828" y="1839"/>
                  </a:lnTo>
                  <a:lnTo>
                    <a:pt x="782" y="1832"/>
                  </a:lnTo>
                  <a:lnTo>
                    <a:pt x="737" y="1824"/>
                  </a:lnTo>
                  <a:lnTo>
                    <a:pt x="691" y="1814"/>
                  </a:lnTo>
                  <a:lnTo>
                    <a:pt x="647" y="1801"/>
                  </a:lnTo>
                  <a:lnTo>
                    <a:pt x="605" y="1787"/>
                  </a:lnTo>
                  <a:lnTo>
                    <a:pt x="563" y="1770"/>
                  </a:lnTo>
                  <a:lnTo>
                    <a:pt x="522" y="1753"/>
                  </a:lnTo>
                  <a:lnTo>
                    <a:pt x="483" y="1731"/>
                  </a:lnTo>
                  <a:lnTo>
                    <a:pt x="444" y="1709"/>
                  </a:lnTo>
                  <a:lnTo>
                    <a:pt x="407" y="1686"/>
                  </a:lnTo>
                  <a:lnTo>
                    <a:pt x="371" y="1660"/>
                  </a:lnTo>
                  <a:lnTo>
                    <a:pt x="335" y="1632"/>
                  </a:lnTo>
                  <a:lnTo>
                    <a:pt x="302" y="1603"/>
                  </a:lnTo>
                  <a:lnTo>
                    <a:pt x="270" y="1572"/>
                  </a:lnTo>
                  <a:lnTo>
                    <a:pt x="239" y="1541"/>
                  </a:lnTo>
                  <a:lnTo>
                    <a:pt x="210" y="1507"/>
                  </a:lnTo>
                  <a:lnTo>
                    <a:pt x="184" y="1473"/>
                  </a:lnTo>
                  <a:lnTo>
                    <a:pt x="158" y="1436"/>
                  </a:lnTo>
                  <a:lnTo>
                    <a:pt x="133" y="1398"/>
                  </a:lnTo>
                  <a:lnTo>
                    <a:pt x="111" y="1361"/>
                  </a:lnTo>
                  <a:lnTo>
                    <a:pt x="91" y="1320"/>
                  </a:lnTo>
                  <a:lnTo>
                    <a:pt x="73" y="1279"/>
                  </a:lnTo>
                  <a:lnTo>
                    <a:pt x="55" y="1237"/>
                  </a:lnTo>
                  <a:lnTo>
                    <a:pt x="41" y="1195"/>
                  </a:lnTo>
                  <a:lnTo>
                    <a:pt x="29" y="1151"/>
                  </a:lnTo>
                  <a:lnTo>
                    <a:pt x="20" y="1107"/>
                  </a:lnTo>
                  <a:lnTo>
                    <a:pt x="11" y="1062"/>
                  </a:lnTo>
                  <a:lnTo>
                    <a:pt x="5" y="1014"/>
                  </a:lnTo>
                  <a:lnTo>
                    <a:pt x="2" y="969"/>
                  </a:lnTo>
                  <a:lnTo>
                    <a:pt x="0" y="922"/>
                  </a:lnTo>
                  <a:lnTo>
                    <a:pt x="0" y="922"/>
                  </a:lnTo>
                  <a:lnTo>
                    <a:pt x="2" y="873"/>
                  </a:lnTo>
                  <a:lnTo>
                    <a:pt x="5" y="828"/>
                  </a:lnTo>
                  <a:lnTo>
                    <a:pt x="11" y="780"/>
                  </a:lnTo>
                  <a:lnTo>
                    <a:pt x="20" y="735"/>
                  </a:lnTo>
                  <a:lnTo>
                    <a:pt x="29" y="691"/>
                  </a:lnTo>
                  <a:lnTo>
                    <a:pt x="41" y="647"/>
                  </a:lnTo>
                  <a:lnTo>
                    <a:pt x="55" y="605"/>
                  </a:lnTo>
                  <a:lnTo>
                    <a:pt x="73" y="563"/>
                  </a:lnTo>
                  <a:lnTo>
                    <a:pt x="91" y="522"/>
                  </a:lnTo>
                  <a:lnTo>
                    <a:pt x="111" y="481"/>
                  </a:lnTo>
                  <a:lnTo>
                    <a:pt x="133" y="444"/>
                  </a:lnTo>
                  <a:lnTo>
                    <a:pt x="158" y="406"/>
                  </a:lnTo>
                  <a:lnTo>
                    <a:pt x="184" y="369"/>
                  </a:lnTo>
                  <a:lnTo>
                    <a:pt x="210" y="335"/>
                  </a:lnTo>
                  <a:lnTo>
                    <a:pt x="239" y="301"/>
                  </a:lnTo>
                  <a:lnTo>
                    <a:pt x="270" y="270"/>
                  </a:lnTo>
                  <a:lnTo>
                    <a:pt x="302" y="239"/>
                  </a:lnTo>
                  <a:lnTo>
                    <a:pt x="335" y="210"/>
                  </a:lnTo>
                  <a:lnTo>
                    <a:pt x="371" y="182"/>
                  </a:lnTo>
                  <a:lnTo>
                    <a:pt x="407" y="156"/>
                  </a:lnTo>
                  <a:lnTo>
                    <a:pt x="444" y="133"/>
                  </a:lnTo>
                  <a:lnTo>
                    <a:pt x="483" y="111"/>
                  </a:lnTo>
                  <a:lnTo>
                    <a:pt x="522" y="89"/>
                  </a:lnTo>
                  <a:lnTo>
                    <a:pt x="563" y="72"/>
                  </a:lnTo>
                  <a:lnTo>
                    <a:pt x="605" y="55"/>
                  </a:lnTo>
                  <a:lnTo>
                    <a:pt x="647" y="41"/>
                  </a:lnTo>
                  <a:lnTo>
                    <a:pt x="691" y="28"/>
                  </a:lnTo>
                  <a:lnTo>
                    <a:pt x="737" y="18"/>
                  </a:lnTo>
                  <a:lnTo>
                    <a:pt x="782" y="10"/>
                  </a:lnTo>
                  <a:lnTo>
                    <a:pt x="828" y="5"/>
                  </a:lnTo>
                  <a:lnTo>
                    <a:pt x="875" y="0"/>
                  </a:lnTo>
                  <a:lnTo>
                    <a:pt x="922" y="0"/>
                  </a:lnTo>
                  <a:lnTo>
                    <a:pt x="922" y="0"/>
                  </a:lnTo>
                  <a:lnTo>
                    <a:pt x="969" y="0"/>
                  </a:lnTo>
                  <a:lnTo>
                    <a:pt x="1016" y="5"/>
                  </a:lnTo>
                  <a:lnTo>
                    <a:pt x="1062" y="10"/>
                  </a:lnTo>
                  <a:lnTo>
                    <a:pt x="1107" y="18"/>
                  </a:lnTo>
                  <a:lnTo>
                    <a:pt x="1153" y="28"/>
                  </a:lnTo>
                  <a:lnTo>
                    <a:pt x="1197" y="41"/>
                  </a:lnTo>
                  <a:lnTo>
                    <a:pt x="1239" y="55"/>
                  </a:lnTo>
                  <a:lnTo>
                    <a:pt x="1281" y="72"/>
                  </a:lnTo>
                  <a:lnTo>
                    <a:pt x="1322" y="89"/>
                  </a:lnTo>
                  <a:lnTo>
                    <a:pt x="1361" y="111"/>
                  </a:lnTo>
                  <a:lnTo>
                    <a:pt x="1400" y="133"/>
                  </a:lnTo>
                  <a:lnTo>
                    <a:pt x="1437" y="156"/>
                  </a:lnTo>
                  <a:lnTo>
                    <a:pt x="1473" y="182"/>
                  </a:lnTo>
                  <a:lnTo>
                    <a:pt x="1509" y="210"/>
                  </a:lnTo>
                  <a:lnTo>
                    <a:pt x="1542" y="239"/>
                  </a:lnTo>
                  <a:lnTo>
                    <a:pt x="1574" y="270"/>
                  </a:lnTo>
                  <a:lnTo>
                    <a:pt x="1605" y="301"/>
                  </a:lnTo>
                  <a:lnTo>
                    <a:pt x="1633" y="335"/>
                  </a:lnTo>
                  <a:lnTo>
                    <a:pt x="1660" y="369"/>
                  </a:lnTo>
                  <a:lnTo>
                    <a:pt x="1686" y="406"/>
                  </a:lnTo>
                  <a:lnTo>
                    <a:pt x="1711" y="444"/>
                  </a:lnTo>
                  <a:lnTo>
                    <a:pt x="1732" y="481"/>
                  </a:lnTo>
                  <a:lnTo>
                    <a:pt x="1753" y="522"/>
                  </a:lnTo>
                  <a:lnTo>
                    <a:pt x="1771" y="563"/>
                  </a:lnTo>
                  <a:lnTo>
                    <a:pt x="1787" y="605"/>
                  </a:lnTo>
                  <a:lnTo>
                    <a:pt x="1802" y="647"/>
                  </a:lnTo>
                  <a:lnTo>
                    <a:pt x="1815" y="691"/>
                  </a:lnTo>
                  <a:lnTo>
                    <a:pt x="1824" y="735"/>
                  </a:lnTo>
                  <a:lnTo>
                    <a:pt x="1833" y="780"/>
                  </a:lnTo>
                  <a:lnTo>
                    <a:pt x="1839" y="828"/>
                  </a:lnTo>
                  <a:lnTo>
                    <a:pt x="1842" y="873"/>
                  </a:lnTo>
                  <a:lnTo>
                    <a:pt x="1844" y="922"/>
                  </a:lnTo>
                  <a:lnTo>
                    <a:pt x="1844" y="922"/>
                  </a:lnTo>
                  <a:close/>
                </a:path>
              </a:pathLst>
            </a:custGeom>
            <a:solidFill>
              <a:srgbClr val="02718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Freeform 6"/>
            <p:cNvSpPr>
              <a:spLocks/>
            </p:cNvSpPr>
            <p:nvPr/>
          </p:nvSpPr>
          <p:spPr bwMode="auto">
            <a:xfrm>
              <a:off x="-957263" y="1725613"/>
              <a:ext cx="965200" cy="820737"/>
            </a:xfrm>
            <a:custGeom>
              <a:avLst/>
              <a:gdLst/>
              <a:ahLst/>
              <a:cxnLst>
                <a:cxn ang="0">
                  <a:pos x="628" y="1010"/>
                </a:cxn>
                <a:cxn ang="0">
                  <a:pos x="608" y="981"/>
                </a:cxn>
                <a:cxn ang="0">
                  <a:pos x="601" y="946"/>
                </a:cxn>
                <a:cxn ang="0">
                  <a:pos x="608" y="912"/>
                </a:cxn>
                <a:cxn ang="0">
                  <a:pos x="628" y="883"/>
                </a:cxn>
                <a:cxn ang="0">
                  <a:pos x="101" y="620"/>
                </a:cxn>
                <a:cxn ang="0">
                  <a:pos x="91" y="618"/>
                </a:cxn>
                <a:cxn ang="0">
                  <a:pos x="71" y="615"/>
                </a:cxn>
                <a:cxn ang="0">
                  <a:pos x="44" y="602"/>
                </a:cxn>
                <a:cxn ang="0">
                  <a:pos x="16" y="574"/>
                </a:cxn>
                <a:cxn ang="0">
                  <a:pos x="5" y="548"/>
                </a:cxn>
                <a:cxn ang="0">
                  <a:pos x="0" y="529"/>
                </a:cxn>
                <a:cxn ang="0">
                  <a:pos x="0" y="519"/>
                </a:cxn>
                <a:cxn ang="0">
                  <a:pos x="1" y="498"/>
                </a:cxn>
                <a:cxn ang="0">
                  <a:pos x="8" y="478"/>
                </a:cxn>
                <a:cxn ang="0">
                  <a:pos x="29" y="447"/>
                </a:cxn>
                <a:cxn ang="0">
                  <a:pos x="62" y="425"/>
                </a:cxn>
                <a:cxn ang="0">
                  <a:pos x="81" y="420"/>
                </a:cxn>
                <a:cxn ang="0">
                  <a:pos x="101" y="418"/>
                </a:cxn>
                <a:cxn ang="0">
                  <a:pos x="628" y="153"/>
                </a:cxn>
                <a:cxn ang="0">
                  <a:pos x="616" y="138"/>
                </a:cxn>
                <a:cxn ang="0">
                  <a:pos x="603" y="106"/>
                </a:cxn>
                <a:cxn ang="0">
                  <a:pos x="603" y="73"/>
                </a:cxn>
                <a:cxn ang="0">
                  <a:pos x="616" y="41"/>
                </a:cxn>
                <a:cxn ang="0">
                  <a:pos x="628" y="26"/>
                </a:cxn>
                <a:cxn ang="0">
                  <a:pos x="658" y="7"/>
                </a:cxn>
                <a:cxn ang="0">
                  <a:pos x="693" y="0"/>
                </a:cxn>
                <a:cxn ang="0">
                  <a:pos x="727" y="7"/>
                </a:cxn>
                <a:cxn ang="0">
                  <a:pos x="756" y="26"/>
                </a:cxn>
                <a:cxn ang="0">
                  <a:pos x="1190" y="455"/>
                </a:cxn>
                <a:cxn ang="0">
                  <a:pos x="1210" y="485"/>
                </a:cxn>
                <a:cxn ang="0">
                  <a:pos x="1216" y="519"/>
                </a:cxn>
                <a:cxn ang="0">
                  <a:pos x="1210" y="551"/>
                </a:cxn>
                <a:cxn ang="0">
                  <a:pos x="1190" y="581"/>
                </a:cxn>
                <a:cxn ang="0">
                  <a:pos x="756" y="1010"/>
                </a:cxn>
                <a:cxn ang="0">
                  <a:pos x="727" y="1029"/>
                </a:cxn>
                <a:cxn ang="0">
                  <a:pos x="693" y="1036"/>
                </a:cxn>
                <a:cxn ang="0">
                  <a:pos x="658" y="1029"/>
                </a:cxn>
                <a:cxn ang="0">
                  <a:pos x="628" y="1010"/>
                </a:cxn>
              </a:cxnLst>
              <a:rect l="0" t="0" r="r" b="b"/>
              <a:pathLst>
                <a:path w="1216" h="1036">
                  <a:moveTo>
                    <a:pt x="628" y="1010"/>
                  </a:moveTo>
                  <a:lnTo>
                    <a:pt x="628" y="1010"/>
                  </a:lnTo>
                  <a:lnTo>
                    <a:pt x="616" y="995"/>
                  </a:lnTo>
                  <a:lnTo>
                    <a:pt x="608" y="981"/>
                  </a:lnTo>
                  <a:lnTo>
                    <a:pt x="603" y="963"/>
                  </a:lnTo>
                  <a:lnTo>
                    <a:pt x="601" y="946"/>
                  </a:lnTo>
                  <a:lnTo>
                    <a:pt x="603" y="930"/>
                  </a:lnTo>
                  <a:lnTo>
                    <a:pt x="608" y="912"/>
                  </a:lnTo>
                  <a:lnTo>
                    <a:pt x="616" y="898"/>
                  </a:lnTo>
                  <a:lnTo>
                    <a:pt x="628" y="883"/>
                  </a:lnTo>
                  <a:lnTo>
                    <a:pt x="896" y="620"/>
                  </a:lnTo>
                  <a:lnTo>
                    <a:pt x="101" y="620"/>
                  </a:lnTo>
                  <a:lnTo>
                    <a:pt x="101" y="620"/>
                  </a:lnTo>
                  <a:lnTo>
                    <a:pt x="91" y="618"/>
                  </a:lnTo>
                  <a:lnTo>
                    <a:pt x="81" y="616"/>
                  </a:lnTo>
                  <a:lnTo>
                    <a:pt x="71" y="615"/>
                  </a:lnTo>
                  <a:lnTo>
                    <a:pt x="62" y="611"/>
                  </a:lnTo>
                  <a:lnTo>
                    <a:pt x="44" y="602"/>
                  </a:lnTo>
                  <a:lnTo>
                    <a:pt x="29" y="589"/>
                  </a:lnTo>
                  <a:lnTo>
                    <a:pt x="16" y="574"/>
                  </a:lnTo>
                  <a:lnTo>
                    <a:pt x="8" y="558"/>
                  </a:lnTo>
                  <a:lnTo>
                    <a:pt x="5" y="548"/>
                  </a:lnTo>
                  <a:lnTo>
                    <a:pt x="1" y="538"/>
                  </a:lnTo>
                  <a:lnTo>
                    <a:pt x="0" y="529"/>
                  </a:lnTo>
                  <a:lnTo>
                    <a:pt x="0" y="519"/>
                  </a:lnTo>
                  <a:lnTo>
                    <a:pt x="0" y="519"/>
                  </a:lnTo>
                  <a:lnTo>
                    <a:pt x="0" y="507"/>
                  </a:lnTo>
                  <a:lnTo>
                    <a:pt x="1" y="498"/>
                  </a:lnTo>
                  <a:lnTo>
                    <a:pt x="5" y="488"/>
                  </a:lnTo>
                  <a:lnTo>
                    <a:pt x="8" y="478"/>
                  </a:lnTo>
                  <a:lnTo>
                    <a:pt x="16" y="462"/>
                  </a:lnTo>
                  <a:lnTo>
                    <a:pt x="29" y="447"/>
                  </a:lnTo>
                  <a:lnTo>
                    <a:pt x="44" y="434"/>
                  </a:lnTo>
                  <a:lnTo>
                    <a:pt x="62" y="425"/>
                  </a:lnTo>
                  <a:lnTo>
                    <a:pt x="71" y="421"/>
                  </a:lnTo>
                  <a:lnTo>
                    <a:pt x="81" y="420"/>
                  </a:lnTo>
                  <a:lnTo>
                    <a:pt x="91" y="418"/>
                  </a:lnTo>
                  <a:lnTo>
                    <a:pt x="101" y="418"/>
                  </a:lnTo>
                  <a:lnTo>
                    <a:pt x="896" y="418"/>
                  </a:lnTo>
                  <a:lnTo>
                    <a:pt x="628" y="153"/>
                  </a:lnTo>
                  <a:lnTo>
                    <a:pt x="628" y="153"/>
                  </a:lnTo>
                  <a:lnTo>
                    <a:pt x="616" y="138"/>
                  </a:lnTo>
                  <a:lnTo>
                    <a:pt x="608" y="124"/>
                  </a:lnTo>
                  <a:lnTo>
                    <a:pt x="603" y="106"/>
                  </a:lnTo>
                  <a:lnTo>
                    <a:pt x="601" y="90"/>
                  </a:lnTo>
                  <a:lnTo>
                    <a:pt x="603" y="73"/>
                  </a:lnTo>
                  <a:lnTo>
                    <a:pt x="608" y="55"/>
                  </a:lnTo>
                  <a:lnTo>
                    <a:pt x="616" y="41"/>
                  </a:lnTo>
                  <a:lnTo>
                    <a:pt x="628" y="26"/>
                  </a:lnTo>
                  <a:lnTo>
                    <a:pt x="628" y="26"/>
                  </a:lnTo>
                  <a:lnTo>
                    <a:pt x="642" y="15"/>
                  </a:lnTo>
                  <a:lnTo>
                    <a:pt x="658" y="7"/>
                  </a:lnTo>
                  <a:lnTo>
                    <a:pt x="675" y="2"/>
                  </a:lnTo>
                  <a:lnTo>
                    <a:pt x="693" y="0"/>
                  </a:lnTo>
                  <a:lnTo>
                    <a:pt x="709" y="2"/>
                  </a:lnTo>
                  <a:lnTo>
                    <a:pt x="727" y="7"/>
                  </a:lnTo>
                  <a:lnTo>
                    <a:pt x="741" y="15"/>
                  </a:lnTo>
                  <a:lnTo>
                    <a:pt x="756" y="26"/>
                  </a:lnTo>
                  <a:lnTo>
                    <a:pt x="1190" y="455"/>
                  </a:lnTo>
                  <a:lnTo>
                    <a:pt x="1190" y="455"/>
                  </a:lnTo>
                  <a:lnTo>
                    <a:pt x="1202" y="468"/>
                  </a:lnTo>
                  <a:lnTo>
                    <a:pt x="1210" y="485"/>
                  </a:lnTo>
                  <a:lnTo>
                    <a:pt x="1215" y="501"/>
                  </a:lnTo>
                  <a:lnTo>
                    <a:pt x="1216" y="519"/>
                  </a:lnTo>
                  <a:lnTo>
                    <a:pt x="1215" y="535"/>
                  </a:lnTo>
                  <a:lnTo>
                    <a:pt x="1210" y="551"/>
                  </a:lnTo>
                  <a:lnTo>
                    <a:pt x="1202" y="568"/>
                  </a:lnTo>
                  <a:lnTo>
                    <a:pt x="1190" y="581"/>
                  </a:lnTo>
                  <a:lnTo>
                    <a:pt x="756" y="1010"/>
                  </a:lnTo>
                  <a:lnTo>
                    <a:pt x="756" y="1010"/>
                  </a:lnTo>
                  <a:lnTo>
                    <a:pt x="741" y="1021"/>
                  </a:lnTo>
                  <a:lnTo>
                    <a:pt x="727" y="1029"/>
                  </a:lnTo>
                  <a:lnTo>
                    <a:pt x="709" y="1034"/>
                  </a:lnTo>
                  <a:lnTo>
                    <a:pt x="693" y="1036"/>
                  </a:lnTo>
                  <a:lnTo>
                    <a:pt x="675" y="1034"/>
                  </a:lnTo>
                  <a:lnTo>
                    <a:pt x="658" y="1029"/>
                  </a:lnTo>
                  <a:lnTo>
                    <a:pt x="642" y="1021"/>
                  </a:lnTo>
                  <a:lnTo>
                    <a:pt x="628" y="1010"/>
                  </a:lnTo>
                  <a:lnTo>
                    <a:pt x="628" y="10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42004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81546" y="4877227"/>
            <a:ext cx="176979" cy="17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ommaire"/>
          <p:cNvSpPr>
            <a:spLocks noGrp="1"/>
          </p:cNvSpPr>
          <p:nvPr>
            <p:ph type="title" hasCustomPrompt="1"/>
          </p:nvPr>
        </p:nvSpPr>
        <p:spPr>
          <a:xfrm>
            <a:off x="265113" y="205978"/>
            <a:ext cx="8616434" cy="35282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4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 dirty="0"/>
              <a:t>Title </a:t>
            </a:r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2" hasCustomPrompt="1"/>
          </p:nvPr>
        </p:nvSpPr>
        <p:spPr>
          <a:xfrm>
            <a:off x="265112" y="571705"/>
            <a:ext cx="8616434" cy="2855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>
                <a:solidFill>
                  <a:srgbClr val="027180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dirty="0"/>
              <a:t>Subtitle or next title (optional)</a:t>
            </a:r>
          </a:p>
        </p:txBody>
      </p:sp>
      <p:sp>
        <p:nvSpPr>
          <p:cNvPr id="9" name="Espace réservé de la date 1"/>
          <p:cNvSpPr>
            <a:spLocks noGrp="1"/>
          </p:cNvSpPr>
          <p:nvPr>
            <p:ph type="dt" sz="half" idx="2"/>
          </p:nvPr>
        </p:nvSpPr>
        <p:spPr>
          <a:xfrm>
            <a:off x="500253" y="4906460"/>
            <a:ext cx="2215515" cy="175022"/>
          </a:xfrm>
          <a:prstGeom prst="rect">
            <a:avLst/>
          </a:prstGeom>
        </p:spPr>
        <p:txBody>
          <a:bodyPr vert="horz" lIns="81628" tIns="40814" rIns="81628" bIns="40814" rtlCol="0" anchor="ctr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 of the presentation l Date</a:t>
            </a:r>
          </a:p>
        </p:txBody>
      </p:sp>
      <p:sp>
        <p:nvSpPr>
          <p:cNvPr id="10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326957" y="4906460"/>
            <a:ext cx="2474912" cy="175022"/>
          </a:xfrm>
          <a:prstGeom prst="rect">
            <a:avLst/>
          </a:prstGeom>
        </p:spPr>
        <p:txBody>
          <a:bodyPr vert="horz" lIns="81628" tIns="40814" rIns="81628" bIns="40814" rtlCol="0" anchor="ctr"/>
          <a:lstStyle>
            <a:lvl1pPr algn="ctr">
              <a:defRPr sz="800">
                <a:solidFill>
                  <a:srgbClr val="FF0000"/>
                </a:solidFill>
                <a:latin typeface="+mj-lt"/>
              </a:defRPr>
            </a:lvl1pPr>
          </a:lstStyle>
          <a:p>
            <a:r>
              <a:rPr lang="en-US" noProof="0" dirty="0"/>
              <a:t>CONFIDENTIALITY LEVEL</a:t>
            </a:r>
          </a:p>
        </p:txBody>
      </p:sp>
    </p:spTree>
    <p:extLst>
      <p:ext uri="{BB962C8B-B14F-4D97-AF65-F5344CB8AC3E}">
        <p14:creationId xmlns:p14="http://schemas.microsoft.com/office/powerpoint/2010/main" val="3417077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4"/>
          <p:cNvSpPr txBox="1">
            <a:spLocks/>
          </p:cNvSpPr>
          <p:nvPr/>
        </p:nvSpPr>
        <p:spPr>
          <a:xfrm>
            <a:off x="8446" y="4862910"/>
            <a:ext cx="618597" cy="249636"/>
          </a:xfrm>
          <a:prstGeom prst="rect">
            <a:avLst/>
          </a:prstGeom>
        </p:spPr>
        <p:txBody>
          <a:bodyPr vert="horz" lIns="81628" tIns="40814" rIns="81628" bIns="40814" rtlCol="0" anchor="ctr"/>
          <a:lstStyle>
            <a:lvl1pPr>
              <a:defRPr>
                <a:latin typeface="+mj-lt"/>
              </a:defRPr>
            </a:lvl1pPr>
          </a:lstStyle>
          <a:p>
            <a:pPr marL="0" marR="0" lvl="0" indent="0" algn="ctr" defTabSz="8162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8FEFB8-6B6E-4DC1-A5E4-A1258711B44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urce Sans Pro" pitchFamily="34" charset="0"/>
                <a:ea typeface="+mn-ea"/>
                <a:cs typeface="Arial" pitchFamily="34" charset="0"/>
              </a:rPr>
              <a:pPr marL="0" marR="0" lvl="0" indent="0" algn="ctr" defTabSz="8162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urce Sans Pro" pitchFamily="34" charset="0"/>
              <a:ea typeface="+mn-ea"/>
              <a:cs typeface="Arial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9248992" y="67914"/>
            <a:ext cx="1246674" cy="3845180"/>
            <a:chOff x="9248992" y="67914"/>
            <a:chExt cx="1246674" cy="3845180"/>
          </a:xfrm>
        </p:grpSpPr>
        <p:grpSp>
          <p:nvGrpSpPr>
            <p:cNvPr id="10" name="Group 9"/>
            <p:cNvGrpSpPr/>
            <p:nvPr userDrawn="1"/>
          </p:nvGrpSpPr>
          <p:grpSpPr>
            <a:xfrm>
              <a:off x="9248992" y="107768"/>
              <a:ext cx="640080" cy="3345079"/>
              <a:chOff x="9795372" y="-35668"/>
              <a:chExt cx="640080" cy="3345079"/>
            </a:xfrm>
          </p:grpSpPr>
          <p:sp>
            <p:nvSpPr>
              <p:cNvPr id="18" name="TextBox 17"/>
              <p:cNvSpPr txBox="1"/>
              <p:nvPr/>
            </p:nvSpPr>
            <p:spPr>
              <a:xfrm>
                <a:off x="9795372" y="-35668"/>
                <a:ext cx="640080" cy="182880"/>
              </a:xfrm>
              <a:prstGeom prst="rect">
                <a:avLst/>
              </a:prstGeom>
              <a:solidFill>
                <a:srgbClr val="00008F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500" b="1" dirty="0">
                    <a:latin typeface="+mj-lt"/>
                  </a:rPr>
                  <a:t>AXA</a:t>
                </a:r>
                <a:r>
                  <a:rPr lang="de-CH" sz="500" b="1" baseline="0" dirty="0">
                    <a:latin typeface="+mj-lt"/>
                  </a:rPr>
                  <a:t> Blue</a:t>
                </a:r>
                <a:endParaRPr lang="de-CH" sz="500" b="1" dirty="0">
                  <a:latin typeface="+mj-lt"/>
                </a:endParaRPr>
              </a:p>
              <a:p>
                <a:pPr lvl="0" algn="l"/>
                <a:r>
                  <a:rPr lang="de-CH" sz="500" dirty="0">
                    <a:latin typeface="+mj-lt"/>
                  </a:rPr>
                  <a:t>RGB</a:t>
                </a:r>
                <a:r>
                  <a:rPr lang="de-CH" sz="500" baseline="0" dirty="0">
                    <a:latin typeface="+mj-lt"/>
                  </a:rPr>
                  <a:t> </a:t>
                </a:r>
                <a:r>
                  <a:rPr lang="de-CH" sz="500" dirty="0">
                    <a:latin typeface="+mj-lt"/>
                  </a:rPr>
                  <a:t>0/0/143</a:t>
                </a:r>
              </a:p>
            </p:txBody>
          </p:sp>
          <p:sp>
            <p:nvSpPr>
              <p:cNvPr id="21" name="TextBox 20"/>
              <p:cNvSpPr txBox="1"/>
              <p:nvPr userDrawn="1"/>
            </p:nvSpPr>
            <p:spPr>
              <a:xfrm>
                <a:off x="9795372" y="161969"/>
                <a:ext cx="640080" cy="182880"/>
              </a:xfrm>
              <a:prstGeom prst="rect">
                <a:avLst/>
              </a:prstGeom>
              <a:solidFill>
                <a:srgbClr val="FF1721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500" b="1" dirty="0">
                    <a:latin typeface="+mj-lt"/>
                  </a:rPr>
                  <a:t>AXA</a:t>
                </a:r>
                <a:r>
                  <a:rPr lang="de-CH" sz="500" b="1" baseline="0" dirty="0">
                    <a:latin typeface="+mj-lt"/>
                  </a:rPr>
                  <a:t> Red</a:t>
                </a:r>
                <a:endParaRPr lang="de-CH" sz="500" b="1" dirty="0">
                  <a:latin typeface="+mj-lt"/>
                </a:endParaRPr>
              </a:p>
              <a:p>
                <a:pPr lvl="0" algn="l"/>
                <a:r>
                  <a:rPr lang="de-CH" sz="500" dirty="0">
                    <a:latin typeface="+mj-lt"/>
                  </a:rPr>
                  <a:t>RGB 255/23/33</a:t>
                </a:r>
              </a:p>
            </p:txBody>
          </p:sp>
          <p:sp>
            <p:nvSpPr>
              <p:cNvPr id="22" name="TextBox 21"/>
              <p:cNvSpPr txBox="1"/>
              <p:nvPr userDrawn="1"/>
            </p:nvSpPr>
            <p:spPr>
              <a:xfrm>
                <a:off x="9795372" y="358331"/>
                <a:ext cx="640080" cy="182880"/>
              </a:xfrm>
              <a:prstGeom prst="rect">
                <a:avLst/>
              </a:prstGeom>
              <a:solidFill>
                <a:srgbClr val="42464D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500" b="1" dirty="0">
                    <a:latin typeface="+mj-lt"/>
                  </a:rPr>
                  <a:t>Steel</a:t>
                </a:r>
              </a:p>
              <a:p>
                <a:pPr lvl="0" algn="l"/>
                <a:r>
                  <a:rPr lang="de-CH" sz="500" dirty="0">
                    <a:latin typeface="+mj-lt"/>
                  </a:rPr>
                  <a:t>RGB 66/70/77</a:t>
                </a:r>
              </a:p>
            </p:txBody>
          </p:sp>
          <p:sp>
            <p:nvSpPr>
              <p:cNvPr id="23" name="TextBox 22"/>
              <p:cNvSpPr txBox="1"/>
              <p:nvPr userDrawn="1"/>
            </p:nvSpPr>
            <p:spPr>
              <a:xfrm>
                <a:off x="9795372" y="557243"/>
                <a:ext cx="640080" cy="182880"/>
              </a:xfrm>
              <a:prstGeom prst="rect">
                <a:avLst/>
              </a:prstGeom>
              <a:solidFill>
                <a:srgbClr val="343C3D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500" b="1" dirty="0">
                    <a:latin typeface="+mj-lt"/>
                  </a:rPr>
                  <a:t>Dark Grey</a:t>
                </a:r>
              </a:p>
              <a:p>
                <a:pPr lvl="0" algn="l"/>
                <a:r>
                  <a:rPr lang="de-CH" sz="500" dirty="0">
                    <a:latin typeface="+mj-lt"/>
                  </a:rPr>
                  <a:t>RGB</a:t>
                </a:r>
                <a:r>
                  <a:rPr lang="de-CH" sz="500" baseline="0" dirty="0">
                    <a:latin typeface="+mj-lt"/>
                  </a:rPr>
                  <a:t> 52/60/61</a:t>
                </a:r>
              </a:p>
            </p:txBody>
          </p:sp>
          <p:sp>
            <p:nvSpPr>
              <p:cNvPr id="24" name="TextBox 23"/>
              <p:cNvSpPr txBox="1"/>
              <p:nvPr userDrawn="1"/>
            </p:nvSpPr>
            <p:spPr>
              <a:xfrm>
                <a:off x="9795372" y="754880"/>
                <a:ext cx="640080" cy="182880"/>
              </a:xfrm>
              <a:prstGeom prst="rect">
                <a:avLst/>
              </a:prstGeom>
              <a:solidFill>
                <a:srgbClr val="BC9D45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500" b="1" dirty="0">
                    <a:latin typeface="+mj-lt"/>
                  </a:rPr>
                  <a:t>Apache</a:t>
                </a:r>
              </a:p>
              <a:p>
                <a:pPr lvl="0" algn="l"/>
                <a:r>
                  <a:rPr lang="de-CH" sz="500" dirty="0">
                    <a:latin typeface="+mj-lt"/>
                  </a:rPr>
                  <a:t>RGB 188/157/69</a:t>
                </a:r>
              </a:p>
            </p:txBody>
          </p:sp>
          <p:sp>
            <p:nvSpPr>
              <p:cNvPr id="25" name="TextBox 24"/>
              <p:cNvSpPr txBox="1"/>
              <p:nvPr userDrawn="1"/>
            </p:nvSpPr>
            <p:spPr>
              <a:xfrm>
                <a:off x="9795372" y="952517"/>
                <a:ext cx="640080" cy="182880"/>
              </a:xfrm>
              <a:prstGeom prst="rect">
                <a:avLst/>
              </a:prstGeom>
              <a:solidFill>
                <a:srgbClr val="F0FF93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500" b="1" dirty="0">
                    <a:solidFill>
                      <a:srgbClr val="00008F"/>
                    </a:solidFill>
                    <a:latin typeface="+mj-lt"/>
                  </a:rPr>
                  <a:t>Acid</a:t>
                </a:r>
              </a:p>
              <a:p>
                <a:pPr lvl="0" algn="l"/>
                <a:r>
                  <a:rPr lang="de-CH" sz="500" dirty="0">
                    <a:solidFill>
                      <a:srgbClr val="00008F"/>
                    </a:solidFill>
                    <a:latin typeface="+mj-lt"/>
                  </a:rPr>
                  <a:t>RGB</a:t>
                </a:r>
                <a:r>
                  <a:rPr lang="de-CH" sz="500" baseline="0" dirty="0">
                    <a:solidFill>
                      <a:srgbClr val="00008F"/>
                    </a:solidFill>
                    <a:latin typeface="+mj-lt"/>
                  </a:rPr>
                  <a:t> 240/255/147</a:t>
                </a:r>
                <a:endParaRPr lang="de-CH" sz="500" dirty="0">
                  <a:solidFill>
                    <a:srgbClr val="00008F"/>
                  </a:solidFill>
                  <a:latin typeface="+mj-lt"/>
                </a:endParaRPr>
              </a:p>
            </p:txBody>
          </p:sp>
          <p:sp>
            <p:nvSpPr>
              <p:cNvPr id="26" name="TextBox 25"/>
              <p:cNvSpPr txBox="1"/>
              <p:nvPr userDrawn="1"/>
            </p:nvSpPr>
            <p:spPr>
              <a:xfrm>
                <a:off x="9795372" y="1150154"/>
                <a:ext cx="640080" cy="182880"/>
              </a:xfrm>
              <a:prstGeom prst="rect">
                <a:avLst/>
              </a:prstGeom>
              <a:solidFill>
                <a:srgbClr val="9FD9B4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500" b="1" dirty="0">
                    <a:solidFill>
                      <a:srgbClr val="00008F"/>
                    </a:solidFill>
                    <a:latin typeface="+mj-lt"/>
                  </a:rPr>
                  <a:t>Aqua Green</a:t>
                </a:r>
              </a:p>
              <a:p>
                <a:pPr lvl="0" algn="l"/>
                <a:r>
                  <a:rPr lang="de-CH" sz="500" dirty="0">
                    <a:solidFill>
                      <a:srgbClr val="00008F"/>
                    </a:solidFill>
                    <a:latin typeface="+mj-lt"/>
                  </a:rPr>
                  <a:t>RGB 159/217/180</a:t>
                </a:r>
              </a:p>
            </p:txBody>
          </p:sp>
          <p:sp>
            <p:nvSpPr>
              <p:cNvPr id="27" name="TextBox 26"/>
              <p:cNvSpPr txBox="1"/>
              <p:nvPr userDrawn="1"/>
            </p:nvSpPr>
            <p:spPr>
              <a:xfrm>
                <a:off x="9795372" y="1347791"/>
                <a:ext cx="640080" cy="182880"/>
              </a:xfrm>
              <a:prstGeom prst="rect">
                <a:avLst/>
              </a:prstGeom>
              <a:solidFill>
                <a:srgbClr val="668980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500" b="1" dirty="0">
                    <a:latin typeface="+mj-lt"/>
                  </a:rPr>
                  <a:t>Viridian Green</a:t>
                </a:r>
              </a:p>
              <a:p>
                <a:pPr lvl="0" algn="l"/>
                <a:r>
                  <a:rPr lang="de-CH" sz="500" dirty="0">
                    <a:latin typeface="+mj-lt"/>
                  </a:rPr>
                  <a:t>RGB</a:t>
                </a:r>
                <a:r>
                  <a:rPr lang="de-CH" sz="500" baseline="0" dirty="0">
                    <a:latin typeface="+mj-lt"/>
                  </a:rPr>
                  <a:t> 102/137/128</a:t>
                </a:r>
                <a:endParaRPr lang="de-CH" sz="500" dirty="0">
                  <a:latin typeface="+mj-lt"/>
                </a:endParaRPr>
              </a:p>
            </p:txBody>
          </p:sp>
          <p:sp>
            <p:nvSpPr>
              <p:cNvPr id="28" name="TextBox 27"/>
              <p:cNvSpPr txBox="1"/>
              <p:nvPr userDrawn="1"/>
            </p:nvSpPr>
            <p:spPr>
              <a:xfrm>
                <a:off x="9795372" y="1545428"/>
                <a:ext cx="640080" cy="182880"/>
              </a:xfrm>
              <a:prstGeom prst="rect">
                <a:avLst/>
              </a:prstGeom>
              <a:solidFill>
                <a:srgbClr val="9FBEAF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500" b="1" dirty="0">
                    <a:latin typeface="+mj-lt"/>
                  </a:rPr>
                  <a:t>Grey</a:t>
                </a:r>
                <a:r>
                  <a:rPr lang="de-CH" sz="500" b="1" baseline="0" dirty="0">
                    <a:latin typeface="+mj-lt"/>
                  </a:rPr>
                  <a:t>joy</a:t>
                </a:r>
                <a:endParaRPr lang="de-CH" sz="500" b="1" dirty="0">
                  <a:latin typeface="+mj-lt"/>
                </a:endParaRPr>
              </a:p>
              <a:p>
                <a:pPr lvl="0" algn="l"/>
                <a:r>
                  <a:rPr lang="de-CH" sz="500" dirty="0">
                    <a:latin typeface="+mj-lt"/>
                  </a:rPr>
                  <a:t>RGB</a:t>
                </a:r>
                <a:r>
                  <a:rPr lang="de-CH" sz="500" baseline="0" dirty="0">
                    <a:latin typeface="+mj-lt"/>
                  </a:rPr>
                  <a:t> 159/190/175</a:t>
                </a:r>
                <a:endParaRPr lang="de-CH" sz="500" dirty="0">
                  <a:latin typeface="+mj-lt"/>
                </a:endParaRPr>
              </a:p>
            </p:txBody>
          </p:sp>
          <p:sp>
            <p:nvSpPr>
              <p:cNvPr id="29" name="TextBox 28"/>
              <p:cNvSpPr txBox="1"/>
              <p:nvPr userDrawn="1"/>
            </p:nvSpPr>
            <p:spPr>
              <a:xfrm>
                <a:off x="9795372" y="1743065"/>
                <a:ext cx="640080" cy="182880"/>
              </a:xfrm>
              <a:prstGeom prst="rect">
                <a:avLst/>
              </a:prstGeom>
              <a:solidFill>
                <a:srgbClr val="027180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500" b="1" dirty="0">
                    <a:latin typeface="+mj-lt"/>
                  </a:rPr>
                  <a:t>Teal</a:t>
                </a:r>
              </a:p>
              <a:p>
                <a:pPr lvl="0" algn="l"/>
                <a:r>
                  <a:rPr lang="de-CH" sz="500" dirty="0">
                    <a:latin typeface="+mj-lt"/>
                  </a:rPr>
                  <a:t>RGB 2/113/128</a:t>
                </a:r>
              </a:p>
            </p:txBody>
          </p:sp>
          <p:sp>
            <p:nvSpPr>
              <p:cNvPr id="30" name="TextBox 29"/>
              <p:cNvSpPr txBox="1"/>
              <p:nvPr userDrawn="1"/>
            </p:nvSpPr>
            <p:spPr>
              <a:xfrm>
                <a:off x="9795372" y="1940702"/>
                <a:ext cx="640080" cy="182880"/>
              </a:xfrm>
              <a:prstGeom prst="rect">
                <a:avLst/>
              </a:prstGeom>
              <a:solidFill>
                <a:srgbClr val="00ADC6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500" b="1" dirty="0">
                    <a:latin typeface="+mj-lt"/>
                  </a:rPr>
                  <a:t>Pacific</a:t>
                </a:r>
              </a:p>
              <a:p>
                <a:pPr lvl="0" algn="l"/>
                <a:r>
                  <a:rPr lang="de-CH" sz="500" dirty="0">
                    <a:latin typeface="+mj-lt"/>
                  </a:rPr>
                  <a:t>RGB 0/173/198</a:t>
                </a:r>
              </a:p>
            </p:txBody>
          </p:sp>
          <p:sp>
            <p:nvSpPr>
              <p:cNvPr id="31" name="TextBox 30"/>
              <p:cNvSpPr txBox="1"/>
              <p:nvPr userDrawn="1"/>
            </p:nvSpPr>
            <p:spPr>
              <a:xfrm>
                <a:off x="9795372" y="2138339"/>
                <a:ext cx="640080" cy="182880"/>
              </a:xfrm>
              <a:prstGeom prst="rect">
                <a:avLst/>
              </a:prstGeom>
              <a:solidFill>
                <a:srgbClr val="E196AA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500" b="1" dirty="0">
                    <a:latin typeface="+mj-lt"/>
                  </a:rPr>
                  <a:t>Azalea</a:t>
                </a:r>
              </a:p>
              <a:p>
                <a:pPr lvl="0" algn="l"/>
                <a:r>
                  <a:rPr lang="de-CH" sz="500" dirty="0">
                    <a:latin typeface="+mj-lt"/>
                  </a:rPr>
                  <a:t>RGB 225/150/170</a:t>
                </a:r>
              </a:p>
            </p:txBody>
          </p:sp>
          <p:sp>
            <p:nvSpPr>
              <p:cNvPr id="32" name="TextBox 31"/>
              <p:cNvSpPr txBox="1"/>
              <p:nvPr userDrawn="1"/>
            </p:nvSpPr>
            <p:spPr>
              <a:xfrm>
                <a:off x="9795372" y="2335976"/>
                <a:ext cx="640080" cy="182880"/>
              </a:xfrm>
              <a:prstGeom prst="rect">
                <a:avLst/>
              </a:prstGeom>
              <a:solidFill>
                <a:srgbClr val="FAD6DE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500" b="1" dirty="0">
                    <a:solidFill>
                      <a:srgbClr val="00008F"/>
                    </a:solidFill>
                    <a:latin typeface="+mj-lt"/>
                  </a:rPr>
                  <a:t>Cotton Candy</a:t>
                </a:r>
              </a:p>
              <a:p>
                <a:pPr lvl="0" algn="l"/>
                <a:r>
                  <a:rPr lang="de-CH" sz="500" dirty="0">
                    <a:solidFill>
                      <a:srgbClr val="00008F"/>
                    </a:solidFill>
                    <a:latin typeface="+mj-lt"/>
                  </a:rPr>
                  <a:t>RGB 255/214/222</a:t>
                </a:r>
              </a:p>
            </p:txBody>
          </p:sp>
          <p:sp>
            <p:nvSpPr>
              <p:cNvPr id="33" name="TextBox 32"/>
              <p:cNvSpPr txBox="1"/>
              <p:nvPr userDrawn="1"/>
            </p:nvSpPr>
            <p:spPr>
              <a:xfrm>
                <a:off x="9795372" y="2533613"/>
                <a:ext cx="640080" cy="182880"/>
              </a:xfrm>
              <a:prstGeom prst="rect">
                <a:avLst/>
              </a:prstGeom>
              <a:solidFill>
                <a:srgbClr val="91411E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500" b="1" dirty="0">
                    <a:latin typeface="+mj-lt"/>
                  </a:rPr>
                  <a:t>Tosca</a:t>
                </a:r>
              </a:p>
              <a:p>
                <a:pPr lvl="0" algn="l"/>
                <a:r>
                  <a:rPr lang="de-CH" sz="500" dirty="0">
                    <a:latin typeface="+mj-lt"/>
                  </a:rPr>
                  <a:t>RGB 145/65/70</a:t>
                </a:r>
              </a:p>
            </p:txBody>
          </p:sp>
          <p:sp>
            <p:nvSpPr>
              <p:cNvPr id="34" name="TextBox 33"/>
              <p:cNvSpPr txBox="1"/>
              <p:nvPr userDrawn="1"/>
            </p:nvSpPr>
            <p:spPr>
              <a:xfrm>
                <a:off x="9795372" y="2731250"/>
                <a:ext cx="640080" cy="182880"/>
              </a:xfrm>
              <a:prstGeom prst="rect">
                <a:avLst/>
              </a:prstGeom>
              <a:solidFill>
                <a:srgbClr val="FCD385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500" b="1" dirty="0">
                    <a:solidFill>
                      <a:srgbClr val="00008F"/>
                    </a:solidFill>
                    <a:latin typeface="+mj-lt"/>
                  </a:rPr>
                  <a:t>Dune</a:t>
                </a:r>
              </a:p>
              <a:p>
                <a:pPr lvl="0" algn="l"/>
                <a:r>
                  <a:rPr lang="de-CH" sz="500" dirty="0">
                    <a:solidFill>
                      <a:srgbClr val="00008F"/>
                    </a:solidFill>
                    <a:latin typeface="+mj-lt"/>
                  </a:rPr>
                  <a:t>RGB 252/211/133</a:t>
                </a:r>
              </a:p>
            </p:txBody>
          </p:sp>
          <p:sp>
            <p:nvSpPr>
              <p:cNvPr id="35" name="TextBox 34"/>
              <p:cNvSpPr txBox="1"/>
              <p:nvPr userDrawn="1"/>
            </p:nvSpPr>
            <p:spPr>
              <a:xfrm>
                <a:off x="9795372" y="2928887"/>
                <a:ext cx="640080" cy="182880"/>
              </a:xfrm>
              <a:prstGeom prst="rect">
                <a:avLst/>
              </a:prstGeom>
              <a:solidFill>
                <a:srgbClr val="9190AC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500" b="1" dirty="0">
                    <a:latin typeface="+mj-lt"/>
                  </a:rPr>
                  <a:t>Logan</a:t>
                </a:r>
              </a:p>
              <a:p>
                <a:pPr lvl="0" algn="l"/>
                <a:r>
                  <a:rPr lang="de-CH" sz="500" dirty="0">
                    <a:latin typeface="+mj-lt"/>
                  </a:rPr>
                  <a:t>RGB 145/144/172</a:t>
                </a:r>
              </a:p>
            </p:txBody>
          </p:sp>
          <p:sp>
            <p:nvSpPr>
              <p:cNvPr id="36" name="TextBox 35"/>
              <p:cNvSpPr txBox="1"/>
              <p:nvPr userDrawn="1"/>
            </p:nvSpPr>
            <p:spPr>
              <a:xfrm>
                <a:off x="9795372" y="3126531"/>
                <a:ext cx="640080" cy="182880"/>
              </a:xfrm>
              <a:prstGeom prst="rect">
                <a:avLst/>
              </a:prstGeom>
              <a:solidFill>
                <a:srgbClr val="B5D0EE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500" b="1" dirty="0">
                    <a:solidFill>
                      <a:srgbClr val="00008F"/>
                    </a:solidFill>
                    <a:latin typeface="+mj-lt"/>
                  </a:rPr>
                  <a:t>Igloo</a:t>
                </a:r>
              </a:p>
              <a:p>
                <a:pPr lvl="0" algn="l"/>
                <a:r>
                  <a:rPr lang="de-CH" sz="500" dirty="0">
                    <a:solidFill>
                      <a:srgbClr val="00008F"/>
                    </a:solidFill>
                    <a:latin typeface="+mj-lt"/>
                  </a:rPr>
                  <a:t>RGB 181/208/238</a:t>
                </a:r>
              </a:p>
            </p:txBody>
          </p:sp>
        </p:grpSp>
        <p:pic>
          <p:nvPicPr>
            <p:cNvPr id="2" name="Picture 1"/>
            <p:cNvPicPr>
              <a:picLocks noChangeAspect="1"/>
            </p:cNvPicPr>
            <p:nvPr userDrawn="1"/>
          </p:nvPicPr>
          <p:blipFill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89072" y="67914"/>
              <a:ext cx="606594" cy="3845180"/>
            </a:xfrm>
            <a:prstGeom prst="rect">
              <a:avLst/>
            </a:prstGeom>
          </p:spPr>
        </p:pic>
      </p:grpSp>
      <p:sp>
        <p:nvSpPr>
          <p:cNvPr id="37" name="Espace réservé de la date 1"/>
          <p:cNvSpPr>
            <a:spLocks noGrp="1"/>
          </p:cNvSpPr>
          <p:nvPr>
            <p:ph type="dt" sz="half" idx="2"/>
          </p:nvPr>
        </p:nvSpPr>
        <p:spPr>
          <a:xfrm>
            <a:off x="500253" y="4906460"/>
            <a:ext cx="2215515" cy="175022"/>
          </a:xfrm>
          <a:prstGeom prst="rect">
            <a:avLst/>
          </a:prstGeom>
        </p:spPr>
        <p:txBody>
          <a:bodyPr vert="horz" lIns="81628" tIns="40814" rIns="81628" bIns="40814" rtlCol="0" anchor="ctr"/>
          <a:lstStyle>
            <a:lvl1pPr algn="l">
              <a:defRPr sz="800">
                <a:solidFill>
                  <a:schemeClr val="tx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Title of the presentation l Date</a:t>
            </a:r>
          </a:p>
        </p:txBody>
      </p:sp>
      <p:sp>
        <p:nvSpPr>
          <p:cNvPr id="38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326957" y="4906460"/>
            <a:ext cx="2474912" cy="175022"/>
          </a:xfrm>
          <a:prstGeom prst="rect">
            <a:avLst/>
          </a:prstGeom>
        </p:spPr>
        <p:txBody>
          <a:bodyPr vert="horz" lIns="81628" tIns="40814" rIns="81628" bIns="40814" rtlCol="0" anchor="ctr"/>
          <a:lstStyle>
            <a:lvl1pPr algn="ctr">
              <a:defRPr sz="800">
                <a:solidFill>
                  <a:srgbClr val="FF0000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CONFIDENTIALITY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4026" r:id="rId2"/>
    <p:sldLayoutId id="2147484031" r:id="rId3"/>
    <p:sldLayoutId id="2147484036" r:id="rId4"/>
    <p:sldLayoutId id="2147484054" r:id="rId5"/>
    <p:sldLayoutId id="2147484062" r:id="rId6"/>
    <p:sldLayoutId id="2147484058" r:id="rId7"/>
    <p:sldLayoutId id="2147484063" r:id="rId8"/>
    <p:sldLayoutId id="2147484064" r:id="rId9"/>
    <p:sldLayoutId id="2147484059" r:id="rId10"/>
    <p:sldLayoutId id="2147484060" r:id="rId11"/>
    <p:sldLayoutId id="2147484061" r:id="rId12"/>
    <p:sldLayoutId id="2147483922" r:id="rId13"/>
    <p:sldLayoutId id="2147484027" r:id="rId14"/>
    <p:sldLayoutId id="2147484032" r:id="rId15"/>
    <p:sldLayoutId id="2147484037" r:id="rId16"/>
    <p:sldLayoutId id="2147483993" r:id="rId17"/>
    <p:sldLayoutId id="2147484041" r:id="rId18"/>
    <p:sldLayoutId id="2147484055" r:id="rId19"/>
    <p:sldLayoutId id="2147483931" r:id="rId20"/>
    <p:sldLayoutId id="2147484028" r:id="rId21"/>
    <p:sldLayoutId id="2147484033" r:id="rId22"/>
    <p:sldLayoutId id="2147484038" r:id="rId23"/>
    <p:sldLayoutId id="2147483956" r:id="rId24"/>
    <p:sldLayoutId id="2147484042" r:id="rId25"/>
    <p:sldLayoutId id="2147484056" r:id="rId26"/>
    <p:sldLayoutId id="2147483921" r:id="rId27"/>
    <p:sldLayoutId id="2147484029" r:id="rId28"/>
    <p:sldLayoutId id="2147484034" r:id="rId29"/>
    <p:sldLayoutId id="2147484039" r:id="rId30"/>
    <p:sldLayoutId id="2147483954" r:id="rId31"/>
    <p:sldLayoutId id="2147484043" r:id="rId32"/>
    <p:sldLayoutId id="2147484057" r:id="rId33"/>
    <p:sldLayoutId id="2147483899" r:id="rId34"/>
    <p:sldLayoutId id="2147483900" r:id="rId35"/>
    <p:sldLayoutId id="2147483898" r:id="rId36"/>
    <p:sldLayoutId id="2147483901" r:id="rId37"/>
    <p:sldLayoutId id="2147483902" r:id="rId38"/>
    <p:sldLayoutId id="2147483903" r:id="rId39"/>
    <p:sldLayoutId id="2147483904" r:id="rId40"/>
    <p:sldLayoutId id="2147483905" r:id="rId41"/>
    <p:sldLayoutId id="2147483906" r:id="rId42"/>
    <p:sldLayoutId id="2147483907" r:id="rId43"/>
  </p:sldLayoutIdLst>
  <p:hf sldNum="0" hdr="0"/>
  <p:txStyles>
    <p:titleStyle>
      <a:lvl1pPr algn="ctr" defTabSz="815680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81568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ource Sans Pro" pitchFamily="34" charset="0"/>
        </a:defRPr>
      </a:lvl2pPr>
      <a:lvl3pPr algn="ctr" defTabSz="81568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ource Sans Pro" pitchFamily="34" charset="0"/>
        </a:defRPr>
      </a:lvl3pPr>
      <a:lvl4pPr algn="ctr" defTabSz="81568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ource Sans Pro" pitchFamily="34" charset="0"/>
        </a:defRPr>
      </a:lvl4pPr>
      <a:lvl5pPr algn="ctr" defTabSz="81568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ource Sans Pro" pitchFamily="34" charset="0"/>
        </a:defRPr>
      </a:lvl5pPr>
      <a:lvl6pPr marL="535115" algn="ctr" defTabSz="81568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34" charset="0"/>
        </a:defRPr>
      </a:lvl6pPr>
      <a:lvl7pPr marL="1070230" algn="ctr" defTabSz="81568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34" charset="0"/>
        </a:defRPr>
      </a:lvl7pPr>
      <a:lvl8pPr marL="1605346" algn="ctr" defTabSz="81568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34" charset="0"/>
        </a:defRPr>
      </a:lvl8pPr>
      <a:lvl9pPr marL="2140462" algn="ctr" defTabSz="81568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34" charset="0"/>
        </a:defRPr>
      </a:lvl9pPr>
    </p:titleStyle>
    <p:bodyStyle>
      <a:lvl1pPr marL="304719" indent="-304719" algn="l" defTabSz="81568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61462" indent="-254553" algn="l" defTabSz="81568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0063" indent="-202527" algn="l" defTabSz="81568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426974" indent="-202527" algn="l" defTabSz="81568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35743" indent="-202527" algn="l" defTabSz="81568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44435" indent="-204039" algn="l" defTabSz="8161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52513" indent="-204039" algn="l" defTabSz="8161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60592" indent="-204039" algn="l" defTabSz="8161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68670" indent="-204039" algn="l" defTabSz="8161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1615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8079" algn="l" defTabSz="81615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6158" algn="l" defTabSz="81615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4237" algn="l" defTabSz="81615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2315" algn="l" defTabSz="81615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0396" algn="l" defTabSz="81615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48473" algn="l" defTabSz="81615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56552" algn="l" defTabSz="81615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64631" algn="l" defTabSz="81615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C699A6-A700-4493-B6D0-9BA2C493D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208"/>
            <a:ext cx="9144000" cy="501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80910"/>
      </p:ext>
    </p:extLst>
  </p:cSld>
  <p:clrMapOvr>
    <a:masterClrMapping/>
  </p:clrMapOvr>
</p:sld>
</file>

<file path=ppt/theme/theme1.xml><?xml version="1.0" encoding="utf-8"?>
<a:theme xmlns:a="http://schemas.openxmlformats.org/drawingml/2006/main" name="AXA XL ppt16-9_Master template_05092018">
  <a:themeElements>
    <a:clrScheme name="AXA XL Colour Theme">
      <a:dk1>
        <a:sysClr val="windowText" lastClr="000000"/>
      </a:dk1>
      <a:lt1>
        <a:sysClr val="window" lastClr="FFFFFF"/>
      </a:lt1>
      <a:dk2>
        <a:srgbClr val="00008F"/>
      </a:dk2>
      <a:lt2>
        <a:srgbClr val="FCD385"/>
      </a:lt2>
      <a:accent1>
        <a:srgbClr val="027180"/>
      </a:accent1>
      <a:accent2>
        <a:srgbClr val="E196AA"/>
      </a:accent2>
      <a:accent3>
        <a:srgbClr val="00AEC6"/>
      </a:accent3>
      <a:accent4>
        <a:srgbClr val="914146"/>
      </a:accent4>
      <a:accent5>
        <a:srgbClr val="42464D"/>
      </a:accent5>
      <a:accent6>
        <a:srgbClr val="BC9D45"/>
      </a:accent6>
      <a:hlink>
        <a:srgbClr val="00008F"/>
      </a:hlink>
      <a:folHlink>
        <a:srgbClr val="BFBFBF"/>
      </a:folHlink>
    </a:clrScheme>
    <a:fontScheme name="charte PPT Axa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none" lIns="0" tIns="0" rIns="0" bIns="0" rtlCol="0" anchor="b">
        <a:spAutoFit/>
      </a:bodyPr>
      <a:lstStyle>
        <a:defPPr eaLnBrk="1" hangingPunct="1">
          <a:defRPr sz="1600" dirty="0" err="1" smtClean="0">
            <a:solidFill>
              <a:srgbClr val="404040"/>
            </a:solidFill>
            <a:latin typeface="+mj-lt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0C5C4044-7C98-415A-94E3-98903AF0F26F}" vid="{E4F7198C-1AC5-4BB8-AA80-8A2D44084A5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A7815C288CC241B88CB7069CF1AFCC" ma:contentTypeVersion="4" ma:contentTypeDescription="Create a new document." ma:contentTypeScope="" ma:versionID="e1fa4a215598cbdfe2b366833eda5862">
  <xsd:schema xmlns:xsd="http://www.w3.org/2001/XMLSchema" xmlns:xs="http://www.w3.org/2001/XMLSchema" xmlns:p="http://schemas.microsoft.com/office/2006/metadata/properties" xmlns:ns2="2736a36f-a8b2-4026-b50b-2a0bac211406" xmlns:ns3="dd48f972-146e-45a4-b469-b9b62b3d00ce" targetNamespace="http://schemas.microsoft.com/office/2006/metadata/properties" ma:root="true" ma:fieldsID="c38e493046df2791f29ff69eb0c17482" ns2:_="" ns3:_="">
    <xsd:import namespace="2736a36f-a8b2-4026-b50b-2a0bac211406"/>
    <xsd:import namespace="dd48f972-146e-45a4-b469-b9b62b3d00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36a36f-a8b2-4026-b50b-2a0bac2114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48f972-146e-45a4-b469-b9b62b3d00c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3076428-8C9E-4953-9914-BCC3648FF2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0CBE0A-5E61-4FAD-B0C4-CD2FE1F8F6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36a36f-a8b2-4026-b50b-2a0bac211406"/>
    <ds:schemaRef ds:uri="dd48f972-146e-45a4-b469-b9b62b3d00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8F5AA9-7C5B-4703-8A53-136FBAB3475D}">
  <ds:schemaRefs>
    <ds:schemaRef ds:uri="http://purl.org/dc/elements/1.1/"/>
    <ds:schemaRef ds:uri="2736a36f-a8b2-4026-b50b-2a0bac211406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dd48f972-146e-45a4-b469-b9b62b3d00c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fadf0749-435c-47bb-bc94-a4b9e551edbc}" enabled="1" method="Privileged" siteId="{53b7cac7-14be-46d4-be43-f2ad9244d90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Open Sans</vt:lpstr>
      <vt:lpstr>Source Sans Pro</vt:lpstr>
      <vt:lpstr>Wingdings</vt:lpstr>
      <vt:lpstr>AXA XL ppt16-9_Master template_05092018</vt:lpstr>
      <vt:lpstr>PowerPoint Presentation</vt:lpstr>
    </vt:vector>
  </TitlesOfParts>
  <Company>XL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kumar.ambuj</dc:creator>
  <cp:lastModifiedBy>Kumar, Ambuj</cp:lastModifiedBy>
  <cp:revision>1</cp:revision>
  <cp:lastPrinted>2018-07-10T08:02:13Z</cp:lastPrinted>
  <dcterms:created xsi:type="dcterms:W3CDTF">2022-01-28T21:35:39Z</dcterms:created>
  <dcterms:modified xsi:type="dcterms:W3CDTF">2024-03-01T18:58:43Z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adf0749-435c-47bb-bc94-a4b9e551edbc_Enabled">
    <vt:lpwstr>True</vt:lpwstr>
  </property>
  <property fmtid="{D5CDD505-2E9C-101B-9397-08002B2CF9AE}" pid="3" name="MSIP_Label_fadf0749-435c-47bb-bc94-a4b9e551edbc_SiteId">
    <vt:lpwstr>53b7cac7-14be-46d4-be43-f2ad9244d901</vt:lpwstr>
  </property>
  <property fmtid="{D5CDD505-2E9C-101B-9397-08002B2CF9AE}" pid="4" name="MSIP_Label_fadf0749-435c-47bb-bc94-a4b9e551edbc_Ref">
    <vt:lpwstr>https://api.informationprotection.azure.com/api/53b7cac7-14be-46d4-be43-f2ad9244d901</vt:lpwstr>
  </property>
  <property fmtid="{D5CDD505-2E9C-101B-9397-08002B2CF9AE}" pid="5" name="MSIP_Label_fadf0749-435c-47bb-bc94-a4b9e551edbc_Owner">
    <vt:lpwstr>sara.depasquale@xlgroup.com</vt:lpwstr>
  </property>
  <property fmtid="{D5CDD505-2E9C-101B-9397-08002B2CF9AE}" pid="6" name="MSIP_Label_fadf0749-435c-47bb-bc94-a4b9e551edbc_SetDate">
    <vt:lpwstr>2018-07-16T10:47:12.2154637+02:00</vt:lpwstr>
  </property>
  <property fmtid="{D5CDD505-2E9C-101B-9397-08002B2CF9AE}" pid="7" name="MSIP_Label_fadf0749-435c-47bb-bc94-a4b9e551edbc_Name">
    <vt:lpwstr>Unsecured Content</vt:lpwstr>
  </property>
  <property fmtid="{D5CDD505-2E9C-101B-9397-08002B2CF9AE}" pid="8" name="MSIP_Label_fadf0749-435c-47bb-bc94-a4b9e551edbc_Application">
    <vt:lpwstr>Microsoft Azure Information Protection</vt:lpwstr>
  </property>
  <property fmtid="{D5CDD505-2E9C-101B-9397-08002B2CF9AE}" pid="9" name="MSIP_Label_fadf0749-435c-47bb-bc94-a4b9e551edbc_Extended_MSFT_Method">
    <vt:lpwstr>Automatic</vt:lpwstr>
  </property>
  <property fmtid="{D5CDD505-2E9C-101B-9397-08002B2CF9AE}" pid="10" name="Sensitivity">
    <vt:lpwstr>Unsecured Content</vt:lpwstr>
  </property>
  <property fmtid="{D5CDD505-2E9C-101B-9397-08002B2CF9AE}" pid="11" name="ContentTypeId">
    <vt:lpwstr>0x01010011A7815C288CC241B88CB7069CF1AFCC</vt:lpwstr>
  </property>
</Properties>
</file>